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68580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Hanken Grotesk"/>
      <p:regular r:id="rId19"/>
      <p:bold r:id="rId20"/>
      <p:italic r:id="rId21"/>
      <p:boldItalic r:id="rId22"/>
    </p:embeddedFont>
    <p:embeddedFont>
      <p:font typeface="VT323"/>
      <p:regular r:id="rId23"/>
    </p:embeddedFont>
    <p:embeddedFont>
      <p:font typeface="Inter"/>
      <p:regular r:id="rId24"/>
      <p:bold r:id="rId25"/>
      <p:italic r:id="rId26"/>
      <p:boldItalic r:id="rId27"/>
    </p:embeddedFont>
    <p:embeddedFont>
      <p:font typeface="Roboto Mon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ankenGrotesk-bold.fntdata"/><Relationship Id="rId22" Type="http://schemas.openxmlformats.org/officeDocument/2006/relationships/font" Target="fonts/HankenGrotesk-boldItalic.fntdata"/><Relationship Id="rId21" Type="http://schemas.openxmlformats.org/officeDocument/2006/relationships/font" Target="fonts/HankenGrotesk-italic.fntdata"/><Relationship Id="rId24" Type="http://schemas.openxmlformats.org/officeDocument/2006/relationships/font" Target="fonts/Inter-regular.fntdata"/><Relationship Id="rId23" Type="http://schemas.openxmlformats.org/officeDocument/2006/relationships/font" Target="fonts/VT323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8" Type="http://schemas.openxmlformats.org/officeDocument/2006/relationships/font" Target="fonts/RobotoMono-regular.fntdata"/><Relationship Id="rId27" Type="http://schemas.openxmlformats.org/officeDocument/2006/relationships/font" Target="fonts/Inter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Mono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Mono-boldItalic.fntdata"/><Relationship Id="rId30" Type="http://schemas.openxmlformats.org/officeDocument/2006/relationships/font" Target="fonts/RobotoMono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Raleway-regular.fntdata"/><Relationship Id="rId14" Type="http://schemas.openxmlformats.org/officeDocument/2006/relationships/slide" Target="slides/slide10.xml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19" Type="http://schemas.openxmlformats.org/officeDocument/2006/relationships/font" Target="fonts/HankenGrotesk-regular.fntdata"/><Relationship Id="rId18" Type="http://schemas.openxmlformats.org/officeDocument/2006/relationships/font" Target="fonts/Raleway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ed3401ed3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ed3401ed3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66dfe6d782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66dfe6d782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a7e87f217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a7e87f217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a7e87f217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a7e87f217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a7e87f217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a7e87f217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a7e87f2171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a7e87f217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7e87f217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a7e87f217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a7e87f2171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a7e87f217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a7e87f2171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a7e87f2171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a7e87f2171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a7e87f2171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hyperlink" Target="https://bit.ly/3A1uf1Q" TargetMode="External"/><Relationship Id="rId6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0" name="Google Shape;10;p2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1;p2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" name="Google Shape;12;p2"/>
          <p:cNvSpPr/>
          <p:nvPr>
            <p:ph idx="2" type="pic"/>
          </p:nvPr>
        </p:nvSpPr>
        <p:spPr>
          <a:xfrm>
            <a:off x="5805375" y="1317075"/>
            <a:ext cx="2831700" cy="2648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2"/>
          <p:cNvSpPr txBox="1"/>
          <p:nvPr>
            <p:ph type="ctrTitle"/>
          </p:nvPr>
        </p:nvSpPr>
        <p:spPr>
          <a:xfrm>
            <a:off x="606800" y="849600"/>
            <a:ext cx="5060700" cy="24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606800" y="3364900"/>
            <a:ext cx="4351500" cy="1135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" name="Google Shape;15;p2" title="Sin título-2.png"/>
          <p:cNvPicPr preferRelativeResize="0"/>
          <p:nvPr/>
        </p:nvPicPr>
        <p:blipFill rotWithShape="1">
          <a:blip r:embed="rId3">
            <a:alphaModFix/>
          </a:blip>
          <a:srcRect b="0" l="61982" r="0" t="0"/>
          <a:stretch/>
        </p:blipFill>
        <p:spPr>
          <a:xfrm>
            <a:off x="5805376" y="1051575"/>
            <a:ext cx="2831677" cy="26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3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8" name="Google Shape;18;p3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3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0" name="Google Shape;20;p3" title="Sin título-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3000" y="3371475"/>
            <a:ext cx="5515599" cy="135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Sin título-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5462" y="817950"/>
            <a:ext cx="5399452" cy="302442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 txBox="1"/>
          <p:nvPr>
            <p:ph type="title"/>
          </p:nvPr>
        </p:nvSpPr>
        <p:spPr>
          <a:xfrm>
            <a:off x="1860500" y="1532500"/>
            <a:ext cx="3459000" cy="1521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" name="Google Shape;23;p3"/>
          <p:cNvSpPr txBox="1"/>
          <p:nvPr>
            <p:ph hasCustomPrompt="1" idx="2" type="title"/>
          </p:nvPr>
        </p:nvSpPr>
        <p:spPr>
          <a:xfrm>
            <a:off x="779673" y="1910725"/>
            <a:ext cx="778200" cy="764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3465325" y="3918575"/>
            <a:ext cx="5174400" cy="6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/>
          <p:nvPr>
            <p:ph idx="3" type="pic"/>
          </p:nvPr>
        </p:nvSpPr>
        <p:spPr>
          <a:xfrm flipH="1">
            <a:off x="6386650" y="947025"/>
            <a:ext cx="2107500" cy="2067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4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28" name="Google Shape;28;p4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Google Shape;29;p4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" name="Google Shape;30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arker Grotesque SemiBold"/>
              <a:buChar char="●"/>
              <a:defRPr sz="12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" type="subTitle"/>
          </p:nvPr>
        </p:nvSpPr>
        <p:spPr>
          <a:xfrm>
            <a:off x="3540003" y="1330738"/>
            <a:ext cx="39414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2" type="subTitle"/>
          </p:nvPr>
        </p:nvSpPr>
        <p:spPr>
          <a:xfrm>
            <a:off x="3540003" y="3067776"/>
            <a:ext cx="39414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3" type="subTitle"/>
          </p:nvPr>
        </p:nvSpPr>
        <p:spPr>
          <a:xfrm>
            <a:off x="3540003" y="1827236"/>
            <a:ext cx="3941400" cy="11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4" type="subTitle"/>
          </p:nvPr>
        </p:nvSpPr>
        <p:spPr>
          <a:xfrm>
            <a:off x="3540003" y="3564275"/>
            <a:ext cx="3941400" cy="11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type="title"/>
          </p:nvPr>
        </p:nvSpPr>
        <p:spPr>
          <a:xfrm>
            <a:off x="341850" y="654800"/>
            <a:ext cx="8573700" cy="602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pic>
        <p:nvPicPr>
          <p:cNvPr id="39" name="Google Shape;39;p5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oogle Shape;41;p6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42" name="Google Shape;42;p6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" name="Google Shape;43;p6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" name="Google Shape;44;p6"/>
          <p:cNvSpPr txBox="1"/>
          <p:nvPr>
            <p:ph type="title"/>
          </p:nvPr>
        </p:nvSpPr>
        <p:spPr>
          <a:xfrm>
            <a:off x="341850" y="654800"/>
            <a:ext cx="8460300" cy="602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pic>
        <p:nvPicPr>
          <p:cNvPr id="45" name="Google Shape;45;p6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47;p7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48" name="Google Shape;48;p7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" name="Google Shape;49;p7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0" name="Google Shape;50;p7"/>
          <p:cNvSpPr txBox="1"/>
          <p:nvPr>
            <p:ph type="title"/>
          </p:nvPr>
        </p:nvSpPr>
        <p:spPr>
          <a:xfrm>
            <a:off x="228600" y="228600"/>
            <a:ext cx="3998400" cy="144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" type="body"/>
          </p:nvPr>
        </p:nvSpPr>
        <p:spPr>
          <a:xfrm>
            <a:off x="1609625" y="2066125"/>
            <a:ext cx="3824100" cy="25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7"/>
          <p:cNvSpPr/>
          <p:nvPr>
            <p:ph idx="2" type="pic"/>
          </p:nvPr>
        </p:nvSpPr>
        <p:spPr>
          <a:xfrm>
            <a:off x="5715849" y="0"/>
            <a:ext cx="34281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8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55" name="Google Shape;55;p8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56;p8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9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60" name="Google Shape;60;p9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" name="Google Shape;61;p9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2" name="Google Shape;62;p9"/>
          <p:cNvSpPr txBox="1"/>
          <p:nvPr>
            <p:ph idx="1" type="subTitle"/>
          </p:nvPr>
        </p:nvSpPr>
        <p:spPr>
          <a:xfrm>
            <a:off x="720064" y="1580125"/>
            <a:ext cx="3597000" cy="23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2" type="subTitle"/>
          </p:nvPr>
        </p:nvSpPr>
        <p:spPr>
          <a:xfrm>
            <a:off x="4826936" y="1580125"/>
            <a:ext cx="3597000" cy="23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/>
          <p:nvPr>
            <p:ph idx="2" type="pic"/>
          </p:nvPr>
        </p:nvSpPr>
        <p:spPr>
          <a:xfrm>
            <a:off x="191450" y="686275"/>
            <a:ext cx="8758200" cy="4130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6584125" y="3792925"/>
            <a:ext cx="2004000" cy="69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1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pic>
        <p:nvPicPr>
          <p:cNvPr id="69" name="Google Shape;69;p10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oogle Shape;71;p11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72" name="Google Shape;72;p11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11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4" name="Google Shape;74;p11"/>
          <p:cNvSpPr txBox="1"/>
          <p:nvPr>
            <p:ph hasCustomPrompt="1" type="title"/>
          </p:nvPr>
        </p:nvSpPr>
        <p:spPr>
          <a:xfrm>
            <a:off x="1284000" y="1952850"/>
            <a:ext cx="6576000" cy="7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5" name="Google Shape;75;p11"/>
          <p:cNvSpPr txBox="1"/>
          <p:nvPr>
            <p:ph idx="1" type="subTitle"/>
          </p:nvPr>
        </p:nvSpPr>
        <p:spPr>
          <a:xfrm>
            <a:off x="1284000" y="2816250"/>
            <a:ext cx="6576000" cy="374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2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3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3"/>
          <p:cNvSpPr txBox="1"/>
          <p:nvPr>
            <p:ph type="title"/>
          </p:nvPr>
        </p:nvSpPr>
        <p:spPr>
          <a:xfrm>
            <a:off x="341850" y="654800"/>
            <a:ext cx="84534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subTitle"/>
          </p:nvPr>
        </p:nvSpPr>
        <p:spPr>
          <a:xfrm>
            <a:off x="1107250" y="1796625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1" name="Google Shape;81;p13"/>
          <p:cNvSpPr txBox="1"/>
          <p:nvPr>
            <p:ph idx="2" type="subTitle"/>
          </p:nvPr>
        </p:nvSpPr>
        <p:spPr>
          <a:xfrm>
            <a:off x="1107250" y="2442833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2" name="Google Shape;82;p13"/>
          <p:cNvSpPr txBox="1"/>
          <p:nvPr>
            <p:ph idx="3" type="subTitle"/>
          </p:nvPr>
        </p:nvSpPr>
        <p:spPr>
          <a:xfrm>
            <a:off x="1107250" y="3089042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idx="4" type="subTitle"/>
          </p:nvPr>
        </p:nvSpPr>
        <p:spPr>
          <a:xfrm>
            <a:off x="1107250" y="3735250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5" type="subTitle"/>
          </p:nvPr>
        </p:nvSpPr>
        <p:spPr>
          <a:xfrm>
            <a:off x="4851600" y="1796625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6" type="subTitle"/>
          </p:nvPr>
        </p:nvSpPr>
        <p:spPr>
          <a:xfrm>
            <a:off x="4851600" y="2442831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7" type="subTitle"/>
          </p:nvPr>
        </p:nvSpPr>
        <p:spPr>
          <a:xfrm>
            <a:off x="4851600" y="3089037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8" type="subTitle"/>
          </p:nvPr>
        </p:nvSpPr>
        <p:spPr>
          <a:xfrm>
            <a:off x="4851600" y="3735244"/>
            <a:ext cx="279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hasCustomPrompt="1" idx="9" type="title"/>
          </p:nvPr>
        </p:nvSpPr>
        <p:spPr>
          <a:xfrm>
            <a:off x="341850" y="3849550"/>
            <a:ext cx="7653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/>
          <p:nvPr>
            <p:ph hasCustomPrompt="1" idx="13" type="title"/>
          </p:nvPr>
        </p:nvSpPr>
        <p:spPr>
          <a:xfrm>
            <a:off x="341850" y="2560850"/>
            <a:ext cx="7653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/>
          <p:nvPr>
            <p:ph hasCustomPrompt="1" idx="14" type="title"/>
          </p:nvPr>
        </p:nvSpPr>
        <p:spPr>
          <a:xfrm>
            <a:off x="342582" y="1916800"/>
            <a:ext cx="764100" cy="31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/>
          <p:nvPr>
            <p:ph hasCustomPrompt="1" idx="15" type="title"/>
          </p:nvPr>
        </p:nvSpPr>
        <p:spPr>
          <a:xfrm>
            <a:off x="341850" y="3205200"/>
            <a:ext cx="7653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/>
          <p:nvPr>
            <p:ph hasCustomPrompt="1" idx="16" type="title"/>
          </p:nvPr>
        </p:nvSpPr>
        <p:spPr>
          <a:xfrm>
            <a:off x="3985789" y="2561048"/>
            <a:ext cx="8658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/>
          <p:nvPr>
            <p:ph hasCustomPrompt="1" idx="17" type="title"/>
          </p:nvPr>
        </p:nvSpPr>
        <p:spPr>
          <a:xfrm>
            <a:off x="3985787" y="3205296"/>
            <a:ext cx="8658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/>
          <p:nvPr>
            <p:ph hasCustomPrompt="1" idx="18" type="title"/>
          </p:nvPr>
        </p:nvSpPr>
        <p:spPr>
          <a:xfrm>
            <a:off x="3985789" y="3849544"/>
            <a:ext cx="8658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5" name="Google Shape;95;p13"/>
          <p:cNvSpPr txBox="1"/>
          <p:nvPr>
            <p:ph hasCustomPrompt="1" idx="19" type="title"/>
          </p:nvPr>
        </p:nvSpPr>
        <p:spPr>
          <a:xfrm>
            <a:off x="3985789" y="1916800"/>
            <a:ext cx="8658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pic>
        <p:nvPicPr>
          <p:cNvPr id="96" name="Google Shape;96;p13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title"/>
          </p:nvPr>
        </p:nvSpPr>
        <p:spPr>
          <a:xfrm>
            <a:off x="679225" y="794675"/>
            <a:ext cx="7866600" cy="698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2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00" name="Google Shape;100;p14"/>
          <p:cNvSpPr txBox="1"/>
          <p:nvPr>
            <p:ph idx="1" type="subTitle"/>
          </p:nvPr>
        </p:nvSpPr>
        <p:spPr>
          <a:xfrm>
            <a:off x="1522850" y="1816950"/>
            <a:ext cx="6918600" cy="25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1" name="Google Shape;101;p14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>
            <p:ph type="title"/>
          </p:nvPr>
        </p:nvSpPr>
        <p:spPr>
          <a:xfrm>
            <a:off x="3789425" y="795800"/>
            <a:ext cx="4547700" cy="1255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05" name="Google Shape;105;p15"/>
          <p:cNvSpPr txBox="1"/>
          <p:nvPr>
            <p:ph idx="1" type="body"/>
          </p:nvPr>
        </p:nvSpPr>
        <p:spPr>
          <a:xfrm>
            <a:off x="3789425" y="2229300"/>
            <a:ext cx="4940100" cy="25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6" name="Google Shape;106;p15"/>
          <p:cNvSpPr/>
          <p:nvPr>
            <p:ph idx="2" type="pic"/>
          </p:nvPr>
        </p:nvSpPr>
        <p:spPr>
          <a:xfrm>
            <a:off x="522525" y="1195150"/>
            <a:ext cx="2947200" cy="3341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pic>
        <p:nvPicPr>
          <p:cNvPr id="107" name="Google Shape;107;p15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6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 txBox="1"/>
          <p:nvPr>
            <p:ph type="title"/>
          </p:nvPr>
        </p:nvSpPr>
        <p:spPr>
          <a:xfrm>
            <a:off x="341850" y="689750"/>
            <a:ext cx="84603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pic>
        <p:nvPicPr>
          <p:cNvPr id="111" name="Google Shape;111;p16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17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14" name="Google Shape;114;p17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" name="Google Shape;115;p17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6" name="Google Shape;116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8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8"/>
          <p:cNvSpPr txBox="1"/>
          <p:nvPr>
            <p:ph idx="1" type="subTitle"/>
          </p:nvPr>
        </p:nvSpPr>
        <p:spPr>
          <a:xfrm>
            <a:off x="3145041" y="2118945"/>
            <a:ext cx="2599200" cy="20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8"/>
          <p:cNvSpPr txBox="1"/>
          <p:nvPr>
            <p:ph idx="2" type="subTitle"/>
          </p:nvPr>
        </p:nvSpPr>
        <p:spPr>
          <a:xfrm>
            <a:off x="341850" y="2118945"/>
            <a:ext cx="2599200" cy="20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8"/>
          <p:cNvSpPr txBox="1"/>
          <p:nvPr>
            <p:ph idx="3" type="subTitle"/>
          </p:nvPr>
        </p:nvSpPr>
        <p:spPr>
          <a:xfrm>
            <a:off x="5948257" y="2118945"/>
            <a:ext cx="2599200" cy="20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8"/>
          <p:cNvSpPr txBox="1"/>
          <p:nvPr>
            <p:ph hasCustomPrompt="1" type="title"/>
          </p:nvPr>
        </p:nvSpPr>
        <p:spPr>
          <a:xfrm>
            <a:off x="3144432" y="1706300"/>
            <a:ext cx="6987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3" name="Google Shape;123;p18"/>
          <p:cNvSpPr txBox="1"/>
          <p:nvPr>
            <p:ph hasCustomPrompt="1" idx="4" type="title"/>
          </p:nvPr>
        </p:nvSpPr>
        <p:spPr>
          <a:xfrm>
            <a:off x="341854" y="1706450"/>
            <a:ext cx="697500" cy="31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24" name="Google Shape;124;p18"/>
          <p:cNvSpPr txBox="1"/>
          <p:nvPr>
            <p:ph hasCustomPrompt="1" idx="5" type="title"/>
          </p:nvPr>
        </p:nvSpPr>
        <p:spPr>
          <a:xfrm>
            <a:off x="5948295" y="1706300"/>
            <a:ext cx="6987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25" name="Google Shape;125;p18"/>
          <p:cNvSpPr txBox="1"/>
          <p:nvPr>
            <p:ph idx="6" type="title"/>
          </p:nvPr>
        </p:nvSpPr>
        <p:spPr>
          <a:xfrm>
            <a:off x="341850" y="654800"/>
            <a:ext cx="8249700" cy="60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pic>
        <p:nvPicPr>
          <p:cNvPr id="126" name="Google Shape;126;p18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9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9"/>
          <p:cNvSpPr txBox="1"/>
          <p:nvPr>
            <p:ph idx="1" type="subTitle"/>
          </p:nvPr>
        </p:nvSpPr>
        <p:spPr>
          <a:xfrm>
            <a:off x="330950" y="1987918"/>
            <a:ext cx="25794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9"/>
          <p:cNvSpPr txBox="1"/>
          <p:nvPr>
            <p:ph idx="2" type="subTitle"/>
          </p:nvPr>
        </p:nvSpPr>
        <p:spPr>
          <a:xfrm>
            <a:off x="3225884" y="1987918"/>
            <a:ext cx="25794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9"/>
          <p:cNvSpPr txBox="1"/>
          <p:nvPr>
            <p:ph idx="3" type="subTitle"/>
          </p:nvPr>
        </p:nvSpPr>
        <p:spPr>
          <a:xfrm>
            <a:off x="330950" y="3392225"/>
            <a:ext cx="25794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9"/>
          <p:cNvSpPr txBox="1"/>
          <p:nvPr>
            <p:ph idx="4" type="subTitle"/>
          </p:nvPr>
        </p:nvSpPr>
        <p:spPr>
          <a:xfrm>
            <a:off x="3225884" y="3392225"/>
            <a:ext cx="25794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9"/>
          <p:cNvSpPr txBox="1"/>
          <p:nvPr>
            <p:ph idx="5" type="subTitle"/>
          </p:nvPr>
        </p:nvSpPr>
        <p:spPr>
          <a:xfrm>
            <a:off x="6120825" y="1987918"/>
            <a:ext cx="25794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9"/>
          <p:cNvSpPr txBox="1"/>
          <p:nvPr>
            <p:ph idx="6" type="subTitle"/>
          </p:nvPr>
        </p:nvSpPr>
        <p:spPr>
          <a:xfrm>
            <a:off x="6120825" y="3392225"/>
            <a:ext cx="25794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 txBox="1"/>
          <p:nvPr>
            <p:ph type="title"/>
          </p:nvPr>
        </p:nvSpPr>
        <p:spPr>
          <a:xfrm>
            <a:off x="341850" y="654800"/>
            <a:ext cx="7704000" cy="602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36" name="Google Shape;136;p19"/>
          <p:cNvSpPr txBox="1"/>
          <p:nvPr>
            <p:ph hasCustomPrompt="1" idx="7" type="title"/>
          </p:nvPr>
        </p:nvSpPr>
        <p:spPr>
          <a:xfrm>
            <a:off x="6132612" y="3071476"/>
            <a:ext cx="25746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7" name="Google Shape;137;p19"/>
          <p:cNvSpPr txBox="1"/>
          <p:nvPr>
            <p:ph hasCustomPrompt="1" idx="8" type="title"/>
          </p:nvPr>
        </p:nvSpPr>
        <p:spPr>
          <a:xfrm>
            <a:off x="6132612" y="1677125"/>
            <a:ext cx="25746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8" name="Google Shape;138;p19"/>
          <p:cNvSpPr txBox="1"/>
          <p:nvPr>
            <p:ph hasCustomPrompt="1" idx="9" type="title"/>
          </p:nvPr>
        </p:nvSpPr>
        <p:spPr>
          <a:xfrm>
            <a:off x="3239948" y="1677425"/>
            <a:ext cx="2574600" cy="31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39" name="Google Shape;139;p19"/>
          <p:cNvSpPr txBox="1"/>
          <p:nvPr>
            <p:ph hasCustomPrompt="1" idx="13" type="title"/>
          </p:nvPr>
        </p:nvSpPr>
        <p:spPr>
          <a:xfrm>
            <a:off x="3237714" y="3071476"/>
            <a:ext cx="25794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40" name="Google Shape;140;p19"/>
          <p:cNvSpPr txBox="1"/>
          <p:nvPr>
            <p:ph hasCustomPrompt="1" idx="14" type="title"/>
          </p:nvPr>
        </p:nvSpPr>
        <p:spPr>
          <a:xfrm>
            <a:off x="342736" y="1677125"/>
            <a:ext cx="25794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1" name="Google Shape;141;p19"/>
          <p:cNvSpPr txBox="1"/>
          <p:nvPr>
            <p:ph hasCustomPrompt="1" idx="15" type="title"/>
          </p:nvPr>
        </p:nvSpPr>
        <p:spPr>
          <a:xfrm>
            <a:off x="342736" y="3071476"/>
            <a:ext cx="25794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pic>
        <p:nvPicPr>
          <p:cNvPr id="142" name="Google Shape;142;p19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20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45" name="Google Shape;145;p20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20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7" name="Google Shape;147;p20"/>
          <p:cNvSpPr txBox="1"/>
          <p:nvPr>
            <p:ph hasCustomPrompt="1" type="title"/>
          </p:nvPr>
        </p:nvSpPr>
        <p:spPr>
          <a:xfrm>
            <a:off x="792825" y="974863"/>
            <a:ext cx="3876600" cy="75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45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48" name="Google Shape;148;p20"/>
          <p:cNvSpPr txBox="1"/>
          <p:nvPr>
            <p:ph idx="1" type="subTitle"/>
          </p:nvPr>
        </p:nvSpPr>
        <p:spPr>
          <a:xfrm>
            <a:off x="792825" y="1629188"/>
            <a:ext cx="3876600" cy="44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0"/>
          <p:cNvSpPr txBox="1"/>
          <p:nvPr>
            <p:ph hasCustomPrompt="1" idx="2" type="title"/>
          </p:nvPr>
        </p:nvSpPr>
        <p:spPr>
          <a:xfrm>
            <a:off x="4298725" y="2743425"/>
            <a:ext cx="3929100" cy="75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45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50" name="Google Shape;150;p20"/>
          <p:cNvSpPr txBox="1"/>
          <p:nvPr>
            <p:ph idx="3" type="subTitle"/>
          </p:nvPr>
        </p:nvSpPr>
        <p:spPr>
          <a:xfrm>
            <a:off x="4298725" y="3498224"/>
            <a:ext cx="3929100" cy="44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52;p21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53" name="Google Shape;153;p21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p21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5" name="Google Shape;155;p21"/>
          <p:cNvSpPr txBox="1"/>
          <p:nvPr>
            <p:ph type="title"/>
          </p:nvPr>
        </p:nvSpPr>
        <p:spPr>
          <a:xfrm>
            <a:off x="669775" y="1143000"/>
            <a:ext cx="3852300" cy="56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56" name="Google Shape;156;p21"/>
          <p:cNvSpPr txBox="1"/>
          <p:nvPr>
            <p:ph idx="1" type="subTitle"/>
          </p:nvPr>
        </p:nvSpPr>
        <p:spPr>
          <a:xfrm>
            <a:off x="669775" y="1850750"/>
            <a:ext cx="3683400" cy="9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7" name="Google Shape;157;p21" title="Sin título-9.png"/>
          <p:cNvPicPr preferRelativeResize="0"/>
          <p:nvPr/>
        </p:nvPicPr>
        <p:blipFill rotWithShape="1">
          <a:blip r:embed="rId4">
            <a:alphaModFix/>
          </a:blip>
          <a:srcRect b="47106" l="19762" r="19446" t="14675"/>
          <a:stretch/>
        </p:blipFill>
        <p:spPr>
          <a:xfrm>
            <a:off x="4549250" y="1778300"/>
            <a:ext cx="3953100" cy="2485174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1"/>
          <p:cNvSpPr txBox="1"/>
          <p:nvPr/>
        </p:nvSpPr>
        <p:spPr>
          <a:xfrm>
            <a:off x="4865450" y="2464525"/>
            <a:ext cx="33207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CREDITS:</a:t>
            </a: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This presentation template was created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Roboto Mono"/>
                <a:ea typeface="Roboto Mono"/>
                <a:cs typeface="Roboto Mono"/>
                <a:sym typeface="Roboto Mon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 and includes icons, infographics &amp; images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Roboto Mono"/>
                <a:ea typeface="Roboto Mono"/>
                <a:cs typeface="Roboto Mono"/>
                <a:sym typeface="Roboto Mon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b="1" sz="1000" u="sng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22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61" name="Google Shape;161;p22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22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●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○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■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●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○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■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●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○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■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/Relationships>
</file>

<file path=ppt/slides/_rels/slide2.xml.rels><?xml version="1.0" encoding="UTF-8" standalone="yes"?><Relationships xmlns="http://schemas.openxmlformats.org/package/2006/relationships"><Relationship Id="rId10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9" Type="http://schemas.openxmlformats.org/officeDocument/2006/relationships/hyperlink" Target="https://www.freepik.com/ai?utm_source=slidesgo_template&amp;utm_medium=referral-link&amp;utm_campaign=promo-slide&amp;utm_term=slidesgo&amp;utm_content=freepik" TargetMode="External"/><Relationship Id="rId5" Type="http://schemas.openxmlformats.org/officeDocument/2006/relationships/hyperlink" Target="https://bit.ly/3A1uf1Q" TargetMode="External"/><Relationship Id="rId6" Type="http://schemas.openxmlformats.org/officeDocument/2006/relationships/hyperlink" Target="https://slidesgo.com/ai?utm_source=Slidesgo_template&amp;utm_medium=referral-link&amp;utm_campaign=sg_credits&amp;utm_term=Slidesgo" TargetMode="External"/><Relationship Id="rId7" Type="http://schemas.openxmlformats.org/officeDocument/2006/relationships/hyperlink" Target="http://bit.ly/30B07Gq" TargetMode="External"/><Relationship Id="rId8" Type="http://schemas.openxmlformats.org/officeDocument/2006/relationships/hyperlink" Target="http://bit.ly/33VAFh3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4" title="nature-landscape-with-vegetation-flora.jp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31657" r="9487" t="9673"/>
          <a:stretch/>
        </p:blipFill>
        <p:spPr>
          <a:xfrm>
            <a:off x="5805375" y="1317075"/>
            <a:ext cx="2831677" cy="2648200"/>
          </a:xfrm>
          <a:prstGeom prst="rect">
            <a:avLst/>
          </a:prstGeom>
        </p:spPr>
      </p:pic>
      <p:sp>
        <p:nvSpPr>
          <p:cNvPr id="169" name="Google Shape;169;p24"/>
          <p:cNvSpPr txBox="1"/>
          <p:nvPr>
            <p:ph type="ctrTitle"/>
          </p:nvPr>
        </p:nvSpPr>
        <p:spPr>
          <a:xfrm>
            <a:off x="606800" y="849600"/>
            <a:ext cx="5060700" cy="24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Lecturer Claim Automation System</a:t>
            </a:r>
            <a:endParaRPr/>
          </a:p>
        </p:txBody>
      </p:sp>
      <p:sp>
        <p:nvSpPr>
          <p:cNvPr id="170" name="Google Shape;170;p24"/>
          <p:cNvSpPr txBox="1"/>
          <p:nvPr>
            <p:ph idx="1" type="subTitle"/>
          </p:nvPr>
        </p:nvSpPr>
        <p:spPr>
          <a:xfrm>
            <a:off x="606800" y="3364900"/>
            <a:ext cx="4351500" cy="11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ST10442580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PROG6121 Final POE</a:t>
            </a:r>
            <a:endParaRPr/>
          </a:p>
        </p:txBody>
      </p:sp>
      <p:sp>
        <p:nvSpPr>
          <p:cNvPr id="171" name="Google Shape;171;p24"/>
          <p:cNvSpPr txBox="1"/>
          <p:nvPr/>
        </p:nvSpPr>
        <p:spPr>
          <a:xfrm>
            <a:off x="435854" y="205291"/>
            <a:ext cx="44754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rPr>
              <a:t>ST10442580</a:t>
            </a:r>
            <a:endParaRPr sz="1600">
              <a:solidFill>
                <a:schemeClr val="dk1"/>
              </a:solidFill>
              <a:latin typeface="VT323"/>
              <a:ea typeface="VT323"/>
              <a:cs typeface="VT323"/>
              <a:sym typeface="VT32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 txBox="1"/>
          <p:nvPr>
            <p:ph type="title"/>
          </p:nvPr>
        </p:nvSpPr>
        <p:spPr>
          <a:xfrm>
            <a:off x="341850" y="654800"/>
            <a:ext cx="84603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177" name="Google Shape;177;p25"/>
          <p:cNvSpPr/>
          <p:nvPr/>
        </p:nvSpPr>
        <p:spPr>
          <a:xfrm>
            <a:off x="5209300" y="3925613"/>
            <a:ext cx="2701800" cy="4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You can delete this slide when you’re done editing the presentation</a:t>
            </a:r>
            <a:endParaRPr/>
          </a:p>
        </p:txBody>
      </p:sp>
      <p:sp>
        <p:nvSpPr>
          <p:cNvPr id="178" name="Google Shape;178;p25"/>
          <p:cNvSpPr/>
          <p:nvPr/>
        </p:nvSpPr>
        <p:spPr>
          <a:xfrm>
            <a:off x="830325" y="1719563"/>
            <a:ext cx="1371900" cy="405900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latin typeface="Inter"/>
                <a:ea typeface="Inter"/>
                <a:cs typeface="Inter"/>
                <a:sym typeface="Inter"/>
              </a:rPr>
              <a:t>Title and Profession</a:t>
            </a:r>
            <a:endParaRPr b="1" sz="1100" u="sng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9" name="Google Shape;179;p25"/>
          <p:cNvSpPr txBox="1"/>
          <p:nvPr/>
        </p:nvSpPr>
        <p:spPr>
          <a:xfrm>
            <a:off x="497775" y="2220006"/>
            <a:ext cx="2037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0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Introduction to slide</a:t>
            </a:r>
            <a:endParaRPr sz="1000">
              <a:solidFill>
                <a:srgbClr val="19191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" name="Google Shape;180;p25"/>
          <p:cNvSpPr/>
          <p:nvPr/>
        </p:nvSpPr>
        <p:spPr>
          <a:xfrm>
            <a:off x="0" y="4801425"/>
            <a:ext cx="9144000" cy="342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pic>
        <p:nvPicPr>
          <p:cNvPr id="181" name="Google Shape;18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6800" y="4906625"/>
            <a:ext cx="861701" cy="13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5"/>
          <p:cNvSpPr/>
          <p:nvPr/>
        </p:nvSpPr>
        <p:spPr>
          <a:xfrm>
            <a:off x="2867463" y="1711611"/>
            <a:ext cx="1371900" cy="405900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latin typeface="Inter"/>
                <a:ea typeface="Inter"/>
                <a:cs typeface="Inter"/>
                <a:sym typeface="Inter"/>
              </a:rPr>
              <a:t>Design and Architecture</a:t>
            </a:r>
            <a:endParaRPr b="1" sz="1100" u="sng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" name="Google Shape;183;p25"/>
          <p:cNvSpPr txBox="1"/>
          <p:nvPr/>
        </p:nvSpPr>
        <p:spPr>
          <a:xfrm>
            <a:off x="2534913" y="2168696"/>
            <a:ext cx="2037000" cy="9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0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All the designs and </a:t>
            </a:r>
            <a:r>
              <a:rPr lang="en" sz="1100"/>
              <a:t>Understanding of </a:t>
            </a:r>
            <a:r>
              <a:rPr b="1" lang="en" sz="1100"/>
              <a:t>MVC Pattern</a:t>
            </a:r>
            <a:r>
              <a:rPr lang="en" sz="1100"/>
              <a:t> and </a:t>
            </a:r>
            <a:r>
              <a:rPr b="1" lang="en" sz="1100"/>
              <a:t>Separation of Concerns</a:t>
            </a:r>
            <a:r>
              <a:rPr lang="en" sz="1100"/>
              <a:t> (Service Layer).</a:t>
            </a:r>
            <a:endParaRPr sz="1000">
              <a:solidFill>
                <a:srgbClr val="19191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" name="Google Shape;184;p25"/>
          <p:cNvSpPr/>
          <p:nvPr/>
        </p:nvSpPr>
        <p:spPr>
          <a:xfrm>
            <a:off x="4904601" y="1719586"/>
            <a:ext cx="1371900" cy="405900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latin typeface="Inter"/>
                <a:ea typeface="Inter"/>
                <a:cs typeface="Inter"/>
                <a:sym typeface="Inter"/>
              </a:rPr>
              <a:t>f</a:t>
            </a:r>
            <a:r>
              <a:rPr b="1" lang="en" sz="1100" u="sng">
                <a:latin typeface="Inter"/>
                <a:ea typeface="Inter"/>
                <a:cs typeface="Inter"/>
                <a:sym typeface="Inter"/>
              </a:rPr>
              <a:t>unctionality</a:t>
            </a:r>
            <a:endParaRPr b="1" sz="1100" u="sng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" name="Google Shape;185;p25"/>
          <p:cNvSpPr txBox="1"/>
          <p:nvPr/>
        </p:nvSpPr>
        <p:spPr>
          <a:xfrm>
            <a:off x="4572051" y="2220006"/>
            <a:ext cx="2037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100"/>
              <a:t>Calculation Logic,User Views/Tracking,</a:t>
            </a:r>
            <a:endParaRPr sz="1000">
              <a:solidFill>
                <a:srgbClr val="19191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6" name="Google Shape;186;p25"/>
          <p:cNvSpPr/>
          <p:nvPr/>
        </p:nvSpPr>
        <p:spPr>
          <a:xfrm>
            <a:off x="6941775" y="1719586"/>
            <a:ext cx="1371900" cy="405900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latin typeface="Inter"/>
                <a:ea typeface="Inter"/>
                <a:cs typeface="Inter"/>
                <a:sym typeface="Inter"/>
              </a:rPr>
              <a:t>Automation and Conclusion</a:t>
            </a:r>
            <a:endParaRPr b="1" sz="1100" u="sng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" name="Google Shape;187;p25"/>
          <p:cNvSpPr txBox="1"/>
          <p:nvPr/>
        </p:nvSpPr>
        <p:spPr>
          <a:xfrm>
            <a:off x="6609225" y="2220006"/>
            <a:ext cx="2037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 sz="1000">
              <a:solidFill>
                <a:srgbClr val="19191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8" name="Google Shape;188;p25"/>
          <p:cNvSpPr txBox="1"/>
          <p:nvPr/>
        </p:nvSpPr>
        <p:spPr>
          <a:xfrm>
            <a:off x="5576333" y="3240063"/>
            <a:ext cx="25305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0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You can edit the master slides easily. For more info, click </a:t>
            </a:r>
            <a:r>
              <a:rPr b="1" lang="en" sz="1000" u="sng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here</a:t>
            </a:r>
            <a:endParaRPr sz="1000">
              <a:solidFill>
                <a:srgbClr val="19191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" name="Google Shape;189;p25"/>
          <p:cNvSpPr txBox="1"/>
          <p:nvPr/>
        </p:nvSpPr>
        <p:spPr>
          <a:xfrm>
            <a:off x="1404513" y="3139688"/>
            <a:ext cx="33978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For more info:</a:t>
            </a:r>
            <a:br>
              <a:rPr b="1" lang="en" sz="10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n" sz="1000" u="sng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0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 | </a:t>
            </a:r>
            <a:r>
              <a:rPr b="1" lang="en" sz="1000" u="sng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 AI TOOLS</a:t>
            </a:r>
            <a:r>
              <a:rPr b="1" lang="en" sz="10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 | </a:t>
            </a:r>
            <a:r>
              <a:rPr b="1" lang="en" sz="1000" u="sng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BLOG</a:t>
            </a:r>
            <a:r>
              <a:rPr b="1" lang="en" sz="10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 | </a:t>
            </a:r>
            <a:r>
              <a:rPr b="1" lang="en" sz="1000" u="sng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FAQs</a:t>
            </a:r>
            <a:endParaRPr sz="1000">
              <a:solidFill>
                <a:srgbClr val="19191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" name="Google Shape;190;p25"/>
          <p:cNvSpPr txBox="1"/>
          <p:nvPr/>
        </p:nvSpPr>
        <p:spPr>
          <a:xfrm>
            <a:off x="1404513" y="3872989"/>
            <a:ext cx="33978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You can visit our sister projects:</a:t>
            </a:r>
            <a:br>
              <a:rPr b="1" lang="en" sz="10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n" sz="1000" u="sng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 AI TOOLS</a:t>
            </a:r>
            <a:r>
              <a:rPr b="1" lang="en" sz="10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 | </a:t>
            </a:r>
            <a:r>
              <a:rPr b="1" lang="en" sz="1000" u="sng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 LIBRARY RESOURCES</a:t>
            </a:r>
            <a:endParaRPr b="1" sz="1000">
              <a:solidFill>
                <a:srgbClr val="19191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91" name="Google Shape;191;p25"/>
          <p:cNvCxnSpPr/>
          <p:nvPr/>
        </p:nvCxnSpPr>
        <p:spPr>
          <a:xfrm>
            <a:off x="675300" y="2969000"/>
            <a:ext cx="7793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92" name="Google Shape;192;p25"/>
          <p:cNvSpPr/>
          <p:nvPr/>
        </p:nvSpPr>
        <p:spPr>
          <a:xfrm>
            <a:off x="1407264" y="1380115"/>
            <a:ext cx="218018" cy="218018"/>
          </a:xfrm>
          <a:custGeom>
            <a:rect b="b" l="l" r="r" t="t"/>
            <a:pathLst>
              <a:path extrusionOk="0" h="614134" w="614134">
                <a:moveTo>
                  <a:pt x="527656" y="0"/>
                </a:moveTo>
                <a:lnTo>
                  <a:pt x="86478" y="0"/>
                </a:lnTo>
                <a:cubicBezTo>
                  <a:pt x="38844" y="0"/>
                  <a:pt x="0" y="38844"/>
                  <a:pt x="0" y="86478"/>
                </a:cubicBezTo>
                <a:lnTo>
                  <a:pt x="0" y="527656"/>
                </a:lnTo>
                <a:cubicBezTo>
                  <a:pt x="0" y="575290"/>
                  <a:pt x="38844" y="614134"/>
                  <a:pt x="86478" y="614134"/>
                </a:cubicBezTo>
                <a:lnTo>
                  <a:pt x="527656" y="614134"/>
                </a:lnTo>
                <a:cubicBezTo>
                  <a:pt x="575290" y="614134"/>
                  <a:pt x="614134" y="575290"/>
                  <a:pt x="614134" y="527656"/>
                </a:cubicBezTo>
                <a:lnTo>
                  <a:pt x="614134" y="86478"/>
                </a:lnTo>
                <a:cubicBezTo>
                  <a:pt x="614134" y="38844"/>
                  <a:pt x="575290" y="0"/>
                  <a:pt x="527656" y="0"/>
                </a:cubicBezTo>
                <a:close/>
                <a:moveTo>
                  <a:pt x="547787" y="527656"/>
                </a:moveTo>
                <a:cubicBezTo>
                  <a:pt x="547787" y="538714"/>
                  <a:pt x="538714" y="547504"/>
                  <a:pt x="527940" y="547504"/>
                </a:cubicBezTo>
                <a:lnTo>
                  <a:pt x="86761" y="547504"/>
                </a:lnTo>
                <a:cubicBezTo>
                  <a:pt x="75703" y="547504"/>
                  <a:pt x="66914" y="538431"/>
                  <a:pt x="66914" y="527656"/>
                </a:cubicBezTo>
                <a:lnTo>
                  <a:pt x="66914" y="86478"/>
                </a:lnTo>
                <a:cubicBezTo>
                  <a:pt x="66914" y="75420"/>
                  <a:pt x="75987" y="66630"/>
                  <a:pt x="86761" y="66630"/>
                </a:cubicBezTo>
                <a:lnTo>
                  <a:pt x="527940" y="66630"/>
                </a:lnTo>
                <a:cubicBezTo>
                  <a:pt x="538998" y="66630"/>
                  <a:pt x="547787" y="75704"/>
                  <a:pt x="547787" y="86478"/>
                </a:cubicBezTo>
                <a:lnTo>
                  <a:pt x="547787" y="527656"/>
                </a:lnTo>
                <a:close/>
                <a:moveTo>
                  <a:pt x="481157" y="192803"/>
                </a:moveTo>
                <a:lnTo>
                  <a:pt x="481157" y="225976"/>
                </a:lnTo>
                <a:cubicBezTo>
                  <a:pt x="481157" y="244406"/>
                  <a:pt x="466413" y="259150"/>
                  <a:pt x="447983" y="259150"/>
                </a:cubicBezTo>
                <a:cubicBezTo>
                  <a:pt x="429554" y="259150"/>
                  <a:pt x="414810" y="244406"/>
                  <a:pt x="414810" y="225976"/>
                </a:cubicBezTo>
                <a:lnTo>
                  <a:pt x="414810" y="199324"/>
                </a:lnTo>
                <a:lnTo>
                  <a:pt x="340524" y="199324"/>
                </a:lnTo>
                <a:lnTo>
                  <a:pt x="340524" y="414526"/>
                </a:lnTo>
                <a:lnTo>
                  <a:pt x="360371" y="414526"/>
                </a:lnTo>
                <a:cubicBezTo>
                  <a:pt x="378801" y="414526"/>
                  <a:pt x="393545" y="429270"/>
                  <a:pt x="393545" y="447700"/>
                </a:cubicBezTo>
                <a:cubicBezTo>
                  <a:pt x="393545" y="466130"/>
                  <a:pt x="378801" y="480873"/>
                  <a:pt x="360371" y="480873"/>
                </a:cubicBezTo>
                <a:lnTo>
                  <a:pt x="254046" y="480873"/>
                </a:lnTo>
                <a:cubicBezTo>
                  <a:pt x="235617" y="480873"/>
                  <a:pt x="220873" y="466130"/>
                  <a:pt x="220873" y="447700"/>
                </a:cubicBezTo>
                <a:cubicBezTo>
                  <a:pt x="220873" y="429270"/>
                  <a:pt x="235617" y="414526"/>
                  <a:pt x="254046" y="414526"/>
                </a:cubicBezTo>
                <a:lnTo>
                  <a:pt x="273894" y="414526"/>
                </a:lnTo>
                <a:lnTo>
                  <a:pt x="273894" y="199324"/>
                </a:lnTo>
                <a:lnTo>
                  <a:pt x="199608" y="199324"/>
                </a:lnTo>
                <a:lnTo>
                  <a:pt x="199608" y="225976"/>
                </a:lnTo>
                <a:cubicBezTo>
                  <a:pt x="199608" y="244406"/>
                  <a:pt x="184864" y="259150"/>
                  <a:pt x="166434" y="259150"/>
                </a:cubicBezTo>
                <a:cubicBezTo>
                  <a:pt x="148004" y="259150"/>
                  <a:pt x="133261" y="244406"/>
                  <a:pt x="133261" y="225976"/>
                </a:cubicBezTo>
                <a:lnTo>
                  <a:pt x="133261" y="192803"/>
                </a:lnTo>
                <a:cubicBezTo>
                  <a:pt x="133261" y="159913"/>
                  <a:pt x="160196" y="132977"/>
                  <a:pt x="193086" y="132977"/>
                </a:cubicBezTo>
                <a:lnTo>
                  <a:pt x="421615" y="132977"/>
                </a:lnTo>
                <a:cubicBezTo>
                  <a:pt x="454505" y="132977"/>
                  <a:pt x="481440" y="159913"/>
                  <a:pt x="481440" y="19280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3" name="Google Shape;193;p25"/>
          <p:cNvGrpSpPr/>
          <p:nvPr/>
        </p:nvGrpSpPr>
        <p:grpSpPr>
          <a:xfrm>
            <a:off x="3433029" y="1369435"/>
            <a:ext cx="241257" cy="239658"/>
            <a:chOff x="2825999" y="4046158"/>
            <a:chExt cx="241571" cy="239658"/>
          </a:xfrm>
        </p:grpSpPr>
        <p:sp>
          <p:nvSpPr>
            <p:cNvPr id="194" name="Google Shape;194;p25"/>
            <p:cNvSpPr/>
            <p:nvPr/>
          </p:nvSpPr>
          <p:spPr>
            <a:xfrm>
              <a:off x="2868664" y="4153223"/>
              <a:ext cx="28384" cy="28384"/>
            </a:xfrm>
            <a:custGeom>
              <a:rect b="b" l="l" r="r" t="t"/>
              <a:pathLst>
                <a:path extrusionOk="0" h="79956" w="79956">
                  <a:moveTo>
                    <a:pt x="39978" y="79957"/>
                  </a:moveTo>
                  <a:cubicBezTo>
                    <a:pt x="17863" y="79957"/>
                    <a:pt x="0" y="62094"/>
                    <a:pt x="0" y="39978"/>
                  </a:cubicBezTo>
                  <a:cubicBezTo>
                    <a:pt x="0" y="17863"/>
                    <a:pt x="17863" y="0"/>
                    <a:pt x="39978" y="0"/>
                  </a:cubicBezTo>
                  <a:cubicBezTo>
                    <a:pt x="62094" y="0"/>
                    <a:pt x="79957" y="17863"/>
                    <a:pt x="79957" y="39978"/>
                  </a:cubicBezTo>
                  <a:cubicBezTo>
                    <a:pt x="79957" y="62094"/>
                    <a:pt x="62094" y="79957"/>
                    <a:pt x="39978" y="7995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25"/>
            <p:cNvSpPr/>
            <p:nvPr/>
          </p:nvSpPr>
          <p:spPr>
            <a:xfrm>
              <a:off x="2978662" y="4107626"/>
              <a:ext cx="28384" cy="28384"/>
            </a:xfrm>
            <a:custGeom>
              <a:rect b="b" l="l" r="r" t="t"/>
              <a:pathLst>
                <a:path extrusionOk="0" h="79956" w="79956">
                  <a:moveTo>
                    <a:pt x="0" y="39978"/>
                  </a:moveTo>
                  <a:cubicBezTo>
                    <a:pt x="0" y="62094"/>
                    <a:pt x="17863" y="79956"/>
                    <a:pt x="39978" y="79956"/>
                  </a:cubicBezTo>
                  <a:cubicBezTo>
                    <a:pt x="62094" y="79956"/>
                    <a:pt x="79957" y="62094"/>
                    <a:pt x="79957" y="39978"/>
                  </a:cubicBezTo>
                  <a:cubicBezTo>
                    <a:pt x="79957" y="17863"/>
                    <a:pt x="62094" y="0"/>
                    <a:pt x="39978" y="0"/>
                  </a:cubicBezTo>
                  <a:cubicBezTo>
                    <a:pt x="17863" y="0"/>
                    <a:pt x="0" y="17863"/>
                    <a:pt x="0" y="3997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25"/>
            <p:cNvSpPr/>
            <p:nvPr/>
          </p:nvSpPr>
          <p:spPr>
            <a:xfrm>
              <a:off x="2887468" y="4107626"/>
              <a:ext cx="28384" cy="28384"/>
            </a:xfrm>
            <a:custGeom>
              <a:rect b="b" l="l" r="r" t="t"/>
              <a:pathLst>
                <a:path extrusionOk="0" h="79956" w="79956">
                  <a:moveTo>
                    <a:pt x="39978" y="79956"/>
                  </a:moveTo>
                  <a:cubicBezTo>
                    <a:pt x="17863" y="79956"/>
                    <a:pt x="0" y="62094"/>
                    <a:pt x="0" y="39978"/>
                  </a:cubicBezTo>
                  <a:cubicBezTo>
                    <a:pt x="0" y="17863"/>
                    <a:pt x="17863" y="0"/>
                    <a:pt x="39978" y="0"/>
                  </a:cubicBezTo>
                  <a:cubicBezTo>
                    <a:pt x="62094" y="0"/>
                    <a:pt x="79957" y="17863"/>
                    <a:pt x="79957" y="39978"/>
                  </a:cubicBezTo>
                  <a:cubicBezTo>
                    <a:pt x="79957" y="62094"/>
                    <a:pt x="62094" y="79956"/>
                    <a:pt x="39978" y="7995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25"/>
            <p:cNvSpPr/>
            <p:nvPr/>
          </p:nvSpPr>
          <p:spPr>
            <a:xfrm>
              <a:off x="2933166" y="4088822"/>
              <a:ext cx="28384" cy="28384"/>
            </a:xfrm>
            <a:custGeom>
              <a:rect b="b" l="l" r="r" t="t"/>
              <a:pathLst>
                <a:path extrusionOk="0" h="79956" w="79956">
                  <a:moveTo>
                    <a:pt x="0" y="39978"/>
                  </a:moveTo>
                  <a:cubicBezTo>
                    <a:pt x="0" y="62094"/>
                    <a:pt x="17863" y="79956"/>
                    <a:pt x="39978" y="79956"/>
                  </a:cubicBezTo>
                  <a:cubicBezTo>
                    <a:pt x="62094" y="79956"/>
                    <a:pt x="79957" y="62094"/>
                    <a:pt x="79957" y="39978"/>
                  </a:cubicBezTo>
                  <a:cubicBezTo>
                    <a:pt x="79957" y="17863"/>
                    <a:pt x="62094" y="0"/>
                    <a:pt x="39978" y="0"/>
                  </a:cubicBezTo>
                  <a:cubicBezTo>
                    <a:pt x="17863" y="0"/>
                    <a:pt x="0" y="17863"/>
                    <a:pt x="0" y="3997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25"/>
            <p:cNvSpPr/>
            <p:nvPr/>
          </p:nvSpPr>
          <p:spPr>
            <a:xfrm>
              <a:off x="2825999" y="4046158"/>
              <a:ext cx="241571" cy="239658"/>
            </a:xfrm>
            <a:custGeom>
              <a:rect b="b" l="l" r="r" t="t"/>
              <a:pathLst>
                <a:path extrusionOk="0" h="675093" w="680481">
                  <a:moveTo>
                    <a:pt x="269074" y="673109"/>
                  </a:moveTo>
                  <a:cubicBezTo>
                    <a:pt x="275028" y="674527"/>
                    <a:pt x="281266" y="675094"/>
                    <a:pt x="287220" y="675094"/>
                  </a:cubicBezTo>
                  <a:cubicBezTo>
                    <a:pt x="306784" y="675094"/>
                    <a:pt x="325780" y="668289"/>
                    <a:pt x="341375" y="655814"/>
                  </a:cubicBezTo>
                  <a:cubicBezTo>
                    <a:pt x="361789" y="639369"/>
                    <a:pt x="373414" y="614985"/>
                    <a:pt x="373414" y="588616"/>
                  </a:cubicBezTo>
                  <a:lnTo>
                    <a:pt x="373414" y="552891"/>
                  </a:lnTo>
                  <a:cubicBezTo>
                    <a:pt x="373414" y="527373"/>
                    <a:pt x="394396" y="506391"/>
                    <a:pt x="419914" y="506391"/>
                  </a:cubicBezTo>
                  <a:lnTo>
                    <a:pt x="515181" y="506391"/>
                  </a:lnTo>
                  <a:cubicBezTo>
                    <a:pt x="558845" y="506391"/>
                    <a:pt x="599958" y="489663"/>
                    <a:pt x="631146" y="459041"/>
                  </a:cubicBezTo>
                  <a:cubicBezTo>
                    <a:pt x="662335" y="428420"/>
                    <a:pt x="679914" y="387591"/>
                    <a:pt x="680481" y="343927"/>
                  </a:cubicBezTo>
                  <a:cubicBezTo>
                    <a:pt x="680481" y="342226"/>
                    <a:pt x="680481" y="340241"/>
                    <a:pt x="680481" y="338539"/>
                  </a:cubicBezTo>
                  <a:cubicBezTo>
                    <a:pt x="679631" y="151691"/>
                    <a:pt x="527089" y="0"/>
                    <a:pt x="340241" y="0"/>
                  </a:cubicBezTo>
                  <a:lnTo>
                    <a:pt x="339674" y="0"/>
                  </a:lnTo>
                  <a:cubicBezTo>
                    <a:pt x="248943" y="0"/>
                    <a:pt x="163599" y="35725"/>
                    <a:pt x="99520" y="99804"/>
                  </a:cubicBezTo>
                  <a:cubicBezTo>
                    <a:pt x="35442" y="164166"/>
                    <a:pt x="0" y="249510"/>
                    <a:pt x="0" y="340241"/>
                  </a:cubicBezTo>
                  <a:cubicBezTo>
                    <a:pt x="0" y="418496"/>
                    <a:pt x="27219" y="495050"/>
                    <a:pt x="76838" y="555726"/>
                  </a:cubicBezTo>
                  <a:cubicBezTo>
                    <a:pt x="125605" y="615552"/>
                    <a:pt x="193937" y="656948"/>
                    <a:pt x="269074" y="673109"/>
                  </a:cubicBezTo>
                  <a:close/>
                  <a:moveTo>
                    <a:pt x="339674" y="66347"/>
                  </a:moveTo>
                  <a:lnTo>
                    <a:pt x="340241" y="66347"/>
                  </a:lnTo>
                  <a:cubicBezTo>
                    <a:pt x="490514" y="66347"/>
                    <a:pt x="613284" y="188550"/>
                    <a:pt x="614134" y="338823"/>
                  </a:cubicBezTo>
                  <a:cubicBezTo>
                    <a:pt x="614134" y="340241"/>
                    <a:pt x="614134" y="341658"/>
                    <a:pt x="614134" y="343359"/>
                  </a:cubicBezTo>
                  <a:cubicBezTo>
                    <a:pt x="613567" y="396664"/>
                    <a:pt x="569336" y="440045"/>
                    <a:pt x="515465" y="440045"/>
                  </a:cubicBezTo>
                  <a:lnTo>
                    <a:pt x="420197" y="440045"/>
                  </a:lnTo>
                  <a:cubicBezTo>
                    <a:pt x="357820" y="440045"/>
                    <a:pt x="307351" y="490797"/>
                    <a:pt x="307351" y="552891"/>
                  </a:cubicBezTo>
                  <a:lnTo>
                    <a:pt x="307351" y="588616"/>
                  </a:lnTo>
                  <a:cubicBezTo>
                    <a:pt x="307351" y="596839"/>
                    <a:pt x="302814" y="601942"/>
                    <a:pt x="299979" y="604211"/>
                  </a:cubicBezTo>
                  <a:cubicBezTo>
                    <a:pt x="297143" y="606479"/>
                    <a:pt x="291473" y="609881"/>
                    <a:pt x="283250" y="608180"/>
                  </a:cubicBezTo>
                  <a:cubicBezTo>
                    <a:pt x="157928" y="581528"/>
                    <a:pt x="66914" y="468965"/>
                    <a:pt x="66914" y="340524"/>
                  </a:cubicBezTo>
                  <a:cubicBezTo>
                    <a:pt x="66914" y="189968"/>
                    <a:pt x="189401" y="66914"/>
                    <a:pt x="340241" y="6663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9" name="Google Shape;199;p25"/>
          <p:cNvSpPr/>
          <p:nvPr/>
        </p:nvSpPr>
        <p:spPr>
          <a:xfrm>
            <a:off x="1010562" y="3989037"/>
            <a:ext cx="241571" cy="206140"/>
          </a:xfrm>
          <a:custGeom>
            <a:rect b="b" l="l" r="r" t="t"/>
            <a:pathLst>
              <a:path extrusionOk="0" h="580677" w="680481">
                <a:moveTo>
                  <a:pt x="676795" y="490797"/>
                </a:moveTo>
                <a:lnTo>
                  <a:pt x="614134" y="373130"/>
                </a:lnTo>
                <a:lnTo>
                  <a:pt x="614134" y="86478"/>
                </a:lnTo>
                <a:cubicBezTo>
                  <a:pt x="614134" y="38844"/>
                  <a:pt x="575290" y="0"/>
                  <a:pt x="527656" y="0"/>
                </a:cubicBezTo>
                <a:lnTo>
                  <a:pt x="153108" y="0"/>
                </a:lnTo>
                <a:cubicBezTo>
                  <a:pt x="105475" y="0"/>
                  <a:pt x="66630" y="38844"/>
                  <a:pt x="66630" y="86478"/>
                </a:cubicBezTo>
                <a:lnTo>
                  <a:pt x="66630" y="373130"/>
                </a:lnTo>
                <a:lnTo>
                  <a:pt x="3969" y="490797"/>
                </a:lnTo>
                <a:cubicBezTo>
                  <a:pt x="1418" y="495617"/>
                  <a:pt x="0" y="501004"/>
                  <a:pt x="0" y="506391"/>
                </a:cubicBezTo>
                <a:lnTo>
                  <a:pt x="0" y="547504"/>
                </a:lnTo>
                <a:cubicBezTo>
                  <a:pt x="0" y="565933"/>
                  <a:pt x="14744" y="580677"/>
                  <a:pt x="33173" y="580677"/>
                </a:cubicBezTo>
                <a:lnTo>
                  <a:pt x="647308" y="580677"/>
                </a:lnTo>
                <a:cubicBezTo>
                  <a:pt x="665737" y="580677"/>
                  <a:pt x="680481" y="565933"/>
                  <a:pt x="680481" y="547504"/>
                </a:cubicBezTo>
                <a:lnTo>
                  <a:pt x="680481" y="506391"/>
                </a:lnTo>
                <a:cubicBezTo>
                  <a:pt x="680481" y="501004"/>
                  <a:pt x="679064" y="495617"/>
                  <a:pt x="676512" y="490797"/>
                </a:cubicBezTo>
                <a:close/>
                <a:moveTo>
                  <a:pt x="406871" y="481157"/>
                </a:moveTo>
                <a:lnTo>
                  <a:pt x="273894" y="481157"/>
                </a:lnTo>
                <a:cubicBezTo>
                  <a:pt x="255464" y="481157"/>
                  <a:pt x="240720" y="466413"/>
                  <a:pt x="240720" y="447983"/>
                </a:cubicBezTo>
                <a:cubicBezTo>
                  <a:pt x="240720" y="429554"/>
                  <a:pt x="255464" y="414810"/>
                  <a:pt x="273894" y="414810"/>
                </a:cubicBezTo>
                <a:lnTo>
                  <a:pt x="406871" y="414810"/>
                </a:lnTo>
                <a:cubicBezTo>
                  <a:pt x="425301" y="414810"/>
                  <a:pt x="440045" y="429554"/>
                  <a:pt x="440045" y="447983"/>
                </a:cubicBezTo>
                <a:cubicBezTo>
                  <a:pt x="440045" y="466413"/>
                  <a:pt x="425301" y="481157"/>
                  <a:pt x="406871" y="481157"/>
                </a:cubicBezTo>
                <a:close/>
                <a:moveTo>
                  <a:pt x="547787" y="348179"/>
                </a:moveTo>
                <a:lnTo>
                  <a:pt x="133261" y="348179"/>
                </a:lnTo>
                <a:lnTo>
                  <a:pt x="133261" y="86478"/>
                </a:lnTo>
                <a:cubicBezTo>
                  <a:pt x="133261" y="75420"/>
                  <a:pt x="142334" y="66630"/>
                  <a:pt x="153108" y="66630"/>
                </a:cubicBezTo>
                <a:lnTo>
                  <a:pt x="527940" y="66630"/>
                </a:lnTo>
                <a:cubicBezTo>
                  <a:pt x="538998" y="66630"/>
                  <a:pt x="547787" y="75703"/>
                  <a:pt x="547787" y="86478"/>
                </a:cubicBezTo>
                <a:lnTo>
                  <a:pt x="547787" y="34817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0" name="Google Shape;200;p25"/>
          <p:cNvGrpSpPr/>
          <p:nvPr/>
        </p:nvGrpSpPr>
        <p:grpSpPr>
          <a:xfrm>
            <a:off x="1010551" y="3240742"/>
            <a:ext cx="241571" cy="241571"/>
            <a:chOff x="2605901" y="2903117"/>
            <a:chExt cx="241571" cy="241571"/>
          </a:xfrm>
        </p:grpSpPr>
        <p:sp>
          <p:nvSpPr>
            <p:cNvPr id="201" name="Google Shape;201;p25"/>
            <p:cNvSpPr/>
            <p:nvPr/>
          </p:nvSpPr>
          <p:spPr>
            <a:xfrm>
              <a:off x="2696488" y="2998051"/>
              <a:ext cx="47106" cy="95219"/>
            </a:xfrm>
            <a:custGeom>
              <a:rect b="b" l="l" r="r" t="t"/>
              <a:pathLst>
                <a:path extrusionOk="0" h="268222" w="132693">
                  <a:moveTo>
                    <a:pt x="99520" y="268223"/>
                  </a:moveTo>
                  <a:cubicBezTo>
                    <a:pt x="81091" y="268223"/>
                    <a:pt x="66347" y="253479"/>
                    <a:pt x="66347" y="235050"/>
                  </a:cubicBezTo>
                  <a:lnTo>
                    <a:pt x="66347" y="66347"/>
                  </a:lnTo>
                  <a:lnTo>
                    <a:pt x="33173" y="66347"/>
                  </a:lnTo>
                  <a:cubicBezTo>
                    <a:pt x="14744" y="66347"/>
                    <a:pt x="0" y="51603"/>
                    <a:pt x="0" y="33173"/>
                  </a:cubicBezTo>
                  <a:cubicBezTo>
                    <a:pt x="0" y="14744"/>
                    <a:pt x="14744" y="0"/>
                    <a:pt x="33173" y="0"/>
                  </a:cubicBezTo>
                  <a:lnTo>
                    <a:pt x="99520" y="0"/>
                  </a:lnTo>
                  <a:cubicBezTo>
                    <a:pt x="117950" y="0"/>
                    <a:pt x="132694" y="14744"/>
                    <a:pt x="132694" y="33173"/>
                  </a:cubicBezTo>
                  <a:lnTo>
                    <a:pt x="132694" y="235050"/>
                  </a:lnTo>
                  <a:cubicBezTo>
                    <a:pt x="132694" y="253479"/>
                    <a:pt x="117950" y="268223"/>
                    <a:pt x="99520" y="26822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25"/>
            <p:cNvSpPr/>
            <p:nvPr/>
          </p:nvSpPr>
          <p:spPr>
            <a:xfrm>
              <a:off x="2712967" y="2955285"/>
              <a:ext cx="28384" cy="28384"/>
            </a:xfrm>
            <a:custGeom>
              <a:rect b="b" l="l" r="r" t="t"/>
              <a:pathLst>
                <a:path extrusionOk="0" h="79956" w="79956">
                  <a:moveTo>
                    <a:pt x="0" y="39978"/>
                  </a:moveTo>
                  <a:cubicBezTo>
                    <a:pt x="0" y="62094"/>
                    <a:pt x="17863" y="79957"/>
                    <a:pt x="39978" y="79957"/>
                  </a:cubicBezTo>
                  <a:cubicBezTo>
                    <a:pt x="62094" y="79957"/>
                    <a:pt x="79957" y="62094"/>
                    <a:pt x="79957" y="39978"/>
                  </a:cubicBezTo>
                  <a:cubicBezTo>
                    <a:pt x="79957" y="17863"/>
                    <a:pt x="62094" y="0"/>
                    <a:pt x="39978" y="0"/>
                  </a:cubicBezTo>
                  <a:cubicBezTo>
                    <a:pt x="17863" y="0"/>
                    <a:pt x="0" y="17863"/>
                    <a:pt x="0" y="3997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25"/>
            <p:cNvSpPr/>
            <p:nvPr/>
          </p:nvSpPr>
          <p:spPr>
            <a:xfrm>
              <a:off x="2605901" y="2903117"/>
              <a:ext cx="241571" cy="241571"/>
            </a:xfrm>
            <a:custGeom>
              <a:rect b="b" l="l" r="r" t="t"/>
              <a:pathLst>
                <a:path extrusionOk="0" h="680481" w="680481">
                  <a:moveTo>
                    <a:pt x="99520" y="580961"/>
                  </a:moveTo>
                  <a:cubicBezTo>
                    <a:pt x="163883" y="645323"/>
                    <a:pt x="249226" y="680481"/>
                    <a:pt x="340241" y="680481"/>
                  </a:cubicBezTo>
                  <a:cubicBezTo>
                    <a:pt x="431255" y="680481"/>
                    <a:pt x="516599" y="645040"/>
                    <a:pt x="580961" y="580961"/>
                  </a:cubicBezTo>
                  <a:cubicBezTo>
                    <a:pt x="645323" y="516882"/>
                    <a:pt x="680481" y="431255"/>
                    <a:pt x="680481" y="340241"/>
                  </a:cubicBezTo>
                  <a:cubicBezTo>
                    <a:pt x="680481" y="249226"/>
                    <a:pt x="645039" y="163883"/>
                    <a:pt x="580961" y="99520"/>
                  </a:cubicBezTo>
                  <a:cubicBezTo>
                    <a:pt x="516599" y="35158"/>
                    <a:pt x="431255" y="0"/>
                    <a:pt x="340241" y="0"/>
                  </a:cubicBezTo>
                  <a:cubicBezTo>
                    <a:pt x="249226" y="0"/>
                    <a:pt x="163883" y="35442"/>
                    <a:pt x="99520" y="99520"/>
                  </a:cubicBezTo>
                  <a:cubicBezTo>
                    <a:pt x="35158" y="163883"/>
                    <a:pt x="0" y="249226"/>
                    <a:pt x="0" y="340241"/>
                  </a:cubicBezTo>
                  <a:cubicBezTo>
                    <a:pt x="0" y="431255"/>
                    <a:pt x="35442" y="516599"/>
                    <a:pt x="99520" y="580961"/>
                  </a:cubicBezTo>
                  <a:close/>
                  <a:moveTo>
                    <a:pt x="66347" y="340524"/>
                  </a:moveTo>
                  <a:cubicBezTo>
                    <a:pt x="66347" y="189684"/>
                    <a:pt x="189117" y="66631"/>
                    <a:pt x="340241" y="66631"/>
                  </a:cubicBezTo>
                  <a:cubicBezTo>
                    <a:pt x="491364" y="66631"/>
                    <a:pt x="614134" y="189401"/>
                    <a:pt x="614134" y="340524"/>
                  </a:cubicBezTo>
                  <a:cubicBezTo>
                    <a:pt x="614134" y="491648"/>
                    <a:pt x="491364" y="614418"/>
                    <a:pt x="340241" y="614418"/>
                  </a:cubicBezTo>
                  <a:cubicBezTo>
                    <a:pt x="189117" y="614418"/>
                    <a:pt x="66347" y="491648"/>
                    <a:pt x="66347" y="34052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4" name="Google Shape;204;p25"/>
          <p:cNvGrpSpPr/>
          <p:nvPr/>
        </p:nvGrpSpPr>
        <p:grpSpPr>
          <a:xfrm>
            <a:off x="5209305" y="3294274"/>
            <a:ext cx="241240" cy="241096"/>
            <a:chOff x="3049130" y="3364261"/>
            <a:chExt cx="241240" cy="241096"/>
          </a:xfrm>
        </p:grpSpPr>
        <p:sp>
          <p:nvSpPr>
            <p:cNvPr id="205" name="Google Shape;205;p25"/>
            <p:cNvSpPr/>
            <p:nvPr/>
          </p:nvSpPr>
          <p:spPr>
            <a:xfrm>
              <a:off x="3093918" y="3364261"/>
              <a:ext cx="196452" cy="196452"/>
            </a:xfrm>
            <a:custGeom>
              <a:rect b="b" l="l" r="r" t="t"/>
              <a:pathLst>
                <a:path extrusionOk="0" h="553387" w="553387">
                  <a:moveTo>
                    <a:pt x="133544" y="553387"/>
                  </a:moveTo>
                  <a:lnTo>
                    <a:pt x="34875" y="553387"/>
                  </a:lnTo>
                  <a:cubicBezTo>
                    <a:pt x="15594" y="553387"/>
                    <a:pt x="0" y="537793"/>
                    <a:pt x="0" y="518512"/>
                  </a:cubicBezTo>
                  <a:lnTo>
                    <a:pt x="0" y="419843"/>
                  </a:lnTo>
                  <a:cubicBezTo>
                    <a:pt x="0" y="410486"/>
                    <a:pt x="3686" y="401697"/>
                    <a:pt x="10207" y="395175"/>
                  </a:cubicBezTo>
                  <a:lnTo>
                    <a:pt x="378801" y="26581"/>
                  </a:lnTo>
                  <a:cubicBezTo>
                    <a:pt x="414243" y="-8860"/>
                    <a:pt x="471517" y="-8860"/>
                    <a:pt x="506959" y="26581"/>
                  </a:cubicBezTo>
                  <a:lnTo>
                    <a:pt x="526806" y="46429"/>
                  </a:lnTo>
                  <a:cubicBezTo>
                    <a:pt x="562248" y="81871"/>
                    <a:pt x="562248" y="139144"/>
                    <a:pt x="526806" y="174586"/>
                  </a:cubicBezTo>
                  <a:lnTo>
                    <a:pt x="158212" y="543180"/>
                  </a:lnTo>
                  <a:cubicBezTo>
                    <a:pt x="151691" y="549701"/>
                    <a:pt x="142901" y="553387"/>
                    <a:pt x="133544" y="553387"/>
                  </a:cubicBezTo>
                  <a:close/>
                  <a:moveTo>
                    <a:pt x="69749" y="483638"/>
                  </a:moveTo>
                  <a:lnTo>
                    <a:pt x="119084" y="483638"/>
                  </a:lnTo>
                  <a:lnTo>
                    <a:pt x="477471" y="125251"/>
                  </a:lnTo>
                  <a:cubicBezTo>
                    <a:pt x="485693" y="117029"/>
                    <a:pt x="485693" y="103703"/>
                    <a:pt x="477471" y="95764"/>
                  </a:cubicBezTo>
                  <a:lnTo>
                    <a:pt x="457624" y="75916"/>
                  </a:lnTo>
                  <a:cubicBezTo>
                    <a:pt x="449401" y="67694"/>
                    <a:pt x="436075" y="67694"/>
                    <a:pt x="428136" y="75916"/>
                  </a:cubicBezTo>
                  <a:lnTo>
                    <a:pt x="69749" y="434303"/>
                  </a:lnTo>
                  <a:lnTo>
                    <a:pt x="69749" y="48363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25"/>
            <p:cNvSpPr/>
            <p:nvPr/>
          </p:nvSpPr>
          <p:spPr>
            <a:xfrm>
              <a:off x="3049130" y="3376570"/>
              <a:ext cx="228788" cy="228788"/>
            </a:xfrm>
            <a:custGeom>
              <a:rect b="b" l="l" r="r" t="t"/>
              <a:pathLst>
                <a:path extrusionOk="0" h="644472" w="644472">
                  <a:moveTo>
                    <a:pt x="574723" y="553742"/>
                  </a:moveTo>
                  <a:lnTo>
                    <a:pt x="574723" y="296577"/>
                  </a:lnTo>
                  <a:lnTo>
                    <a:pt x="644472" y="226827"/>
                  </a:lnTo>
                  <a:lnTo>
                    <a:pt x="644472" y="553742"/>
                  </a:lnTo>
                  <a:cubicBezTo>
                    <a:pt x="644472" y="603927"/>
                    <a:pt x="603927" y="644472"/>
                    <a:pt x="553742" y="644472"/>
                  </a:cubicBezTo>
                  <a:lnTo>
                    <a:pt x="90731" y="644472"/>
                  </a:lnTo>
                  <a:cubicBezTo>
                    <a:pt x="40545" y="644472"/>
                    <a:pt x="0" y="603927"/>
                    <a:pt x="0" y="553742"/>
                  </a:cubicBezTo>
                  <a:lnTo>
                    <a:pt x="0" y="90731"/>
                  </a:lnTo>
                  <a:cubicBezTo>
                    <a:pt x="0" y="40545"/>
                    <a:pt x="40545" y="0"/>
                    <a:pt x="90731" y="0"/>
                  </a:cubicBezTo>
                  <a:lnTo>
                    <a:pt x="417645" y="0"/>
                  </a:lnTo>
                  <a:lnTo>
                    <a:pt x="347896" y="69750"/>
                  </a:lnTo>
                  <a:lnTo>
                    <a:pt x="90731" y="69750"/>
                  </a:lnTo>
                  <a:cubicBezTo>
                    <a:pt x="79106" y="69750"/>
                    <a:pt x="69749" y="79106"/>
                    <a:pt x="69749" y="90731"/>
                  </a:cubicBezTo>
                  <a:lnTo>
                    <a:pt x="69749" y="553742"/>
                  </a:lnTo>
                  <a:cubicBezTo>
                    <a:pt x="69749" y="565367"/>
                    <a:pt x="79106" y="574723"/>
                    <a:pt x="90731" y="574723"/>
                  </a:cubicBezTo>
                  <a:lnTo>
                    <a:pt x="553742" y="574723"/>
                  </a:lnTo>
                  <a:cubicBezTo>
                    <a:pt x="565366" y="574723"/>
                    <a:pt x="574723" y="565367"/>
                    <a:pt x="574723" y="55374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7" name="Google Shape;207;p25"/>
          <p:cNvGrpSpPr/>
          <p:nvPr/>
        </p:nvGrpSpPr>
        <p:grpSpPr>
          <a:xfrm>
            <a:off x="5481546" y="1380065"/>
            <a:ext cx="232210" cy="218118"/>
            <a:chOff x="3676971" y="3049410"/>
            <a:chExt cx="232210" cy="218118"/>
          </a:xfrm>
        </p:grpSpPr>
        <p:sp>
          <p:nvSpPr>
            <p:cNvPr id="208" name="Google Shape;208;p25"/>
            <p:cNvSpPr/>
            <p:nvPr/>
          </p:nvSpPr>
          <p:spPr>
            <a:xfrm>
              <a:off x="3676971" y="3049410"/>
              <a:ext cx="232210" cy="218118"/>
            </a:xfrm>
            <a:custGeom>
              <a:rect b="b" l="l" r="r" t="t"/>
              <a:pathLst>
                <a:path extrusionOk="0" h="614417" w="654112">
                  <a:moveTo>
                    <a:pt x="567635" y="283"/>
                  </a:moveTo>
                  <a:lnTo>
                    <a:pt x="86478" y="283"/>
                  </a:lnTo>
                  <a:cubicBezTo>
                    <a:pt x="38844" y="283"/>
                    <a:pt x="0" y="39128"/>
                    <a:pt x="0" y="86761"/>
                  </a:cubicBezTo>
                  <a:lnTo>
                    <a:pt x="0" y="428419"/>
                  </a:lnTo>
                  <a:cubicBezTo>
                    <a:pt x="0" y="476053"/>
                    <a:pt x="38844" y="514897"/>
                    <a:pt x="86478" y="514897"/>
                  </a:cubicBezTo>
                  <a:lnTo>
                    <a:pt x="132977" y="514897"/>
                  </a:lnTo>
                  <a:lnTo>
                    <a:pt x="132977" y="581244"/>
                  </a:lnTo>
                  <a:cubicBezTo>
                    <a:pt x="132977" y="593436"/>
                    <a:pt x="139499" y="604494"/>
                    <a:pt x="149989" y="610165"/>
                  </a:cubicBezTo>
                  <a:cubicBezTo>
                    <a:pt x="155093" y="613000"/>
                    <a:pt x="160764" y="614418"/>
                    <a:pt x="166151" y="614418"/>
                  </a:cubicBezTo>
                  <a:cubicBezTo>
                    <a:pt x="172388" y="614418"/>
                    <a:pt x="178343" y="612716"/>
                    <a:pt x="183730" y="609314"/>
                  </a:cubicBezTo>
                  <a:lnTo>
                    <a:pt x="336555" y="514614"/>
                  </a:lnTo>
                  <a:lnTo>
                    <a:pt x="567635" y="514614"/>
                  </a:lnTo>
                  <a:cubicBezTo>
                    <a:pt x="615268" y="514614"/>
                    <a:pt x="654112" y="475770"/>
                    <a:pt x="654112" y="428136"/>
                  </a:cubicBezTo>
                  <a:lnTo>
                    <a:pt x="654112" y="86478"/>
                  </a:lnTo>
                  <a:cubicBezTo>
                    <a:pt x="654112" y="38844"/>
                    <a:pt x="615268" y="0"/>
                    <a:pt x="567635" y="0"/>
                  </a:cubicBezTo>
                  <a:close/>
                  <a:moveTo>
                    <a:pt x="587766" y="428136"/>
                  </a:moveTo>
                  <a:cubicBezTo>
                    <a:pt x="587766" y="439194"/>
                    <a:pt x="578976" y="447983"/>
                    <a:pt x="567918" y="447983"/>
                  </a:cubicBezTo>
                  <a:lnTo>
                    <a:pt x="327481" y="447983"/>
                  </a:lnTo>
                  <a:cubicBezTo>
                    <a:pt x="321244" y="447983"/>
                    <a:pt x="315289" y="449684"/>
                    <a:pt x="309902" y="453087"/>
                  </a:cubicBezTo>
                  <a:lnTo>
                    <a:pt x="199891" y="521135"/>
                  </a:lnTo>
                  <a:lnTo>
                    <a:pt x="199891" y="481157"/>
                  </a:lnTo>
                  <a:cubicBezTo>
                    <a:pt x="199891" y="462727"/>
                    <a:pt x="184864" y="447983"/>
                    <a:pt x="166718" y="447983"/>
                  </a:cubicBezTo>
                  <a:lnTo>
                    <a:pt x="87045" y="447983"/>
                  </a:lnTo>
                  <a:cubicBezTo>
                    <a:pt x="75987" y="447983"/>
                    <a:pt x="67197" y="439194"/>
                    <a:pt x="67197" y="428136"/>
                  </a:cubicBezTo>
                  <a:lnTo>
                    <a:pt x="67197" y="86478"/>
                  </a:lnTo>
                  <a:cubicBezTo>
                    <a:pt x="67197" y="75420"/>
                    <a:pt x="75987" y="66630"/>
                    <a:pt x="87045" y="66630"/>
                  </a:cubicBezTo>
                  <a:lnTo>
                    <a:pt x="568202" y="66630"/>
                  </a:lnTo>
                  <a:cubicBezTo>
                    <a:pt x="579260" y="66630"/>
                    <a:pt x="588049" y="75420"/>
                    <a:pt x="588049" y="86478"/>
                  </a:cubicBezTo>
                  <a:lnTo>
                    <a:pt x="588049" y="42813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5"/>
            <p:cNvSpPr/>
            <p:nvPr/>
          </p:nvSpPr>
          <p:spPr>
            <a:xfrm>
              <a:off x="3732139" y="3143501"/>
              <a:ext cx="122234" cy="42509"/>
            </a:xfrm>
            <a:custGeom>
              <a:rect b="b" l="l" r="r" t="t"/>
              <a:pathLst>
                <a:path extrusionOk="0" h="119744" w="344322">
                  <a:moveTo>
                    <a:pt x="288164" y="9167"/>
                  </a:moveTo>
                  <a:cubicBezTo>
                    <a:pt x="224936" y="68425"/>
                    <a:pt x="124565" y="68142"/>
                    <a:pt x="54816" y="8033"/>
                  </a:cubicBezTo>
                  <a:cubicBezTo>
                    <a:pt x="40922" y="-3876"/>
                    <a:pt x="19941" y="-2458"/>
                    <a:pt x="8033" y="11718"/>
                  </a:cubicBezTo>
                  <a:cubicBezTo>
                    <a:pt x="-3876" y="25612"/>
                    <a:pt x="-2458" y="46593"/>
                    <a:pt x="11718" y="58501"/>
                  </a:cubicBezTo>
                  <a:cubicBezTo>
                    <a:pt x="57651" y="97913"/>
                    <a:pt x="115775" y="119745"/>
                    <a:pt x="174750" y="119745"/>
                  </a:cubicBezTo>
                  <a:lnTo>
                    <a:pt x="175601" y="119745"/>
                  </a:lnTo>
                  <a:cubicBezTo>
                    <a:pt x="235143" y="119745"/>
                    <a:pt x="291283" y="97346"/>
                    <a:pt x="333813" y="57651"/>
                  </a:cubicBezTo>
                  <a:cubicBezTo>
                    <a:pt x="347139" y="44892"/>
                    <a:pt x="347990" y="23910"/>
                    <a:pt x="335231" y="10868"/>
                  </a:cubicBezTo>
                  <a:cubicBezTo>
                    <a:pt x="322755" y="-2742"/>
                    <a:pt x="301774" y="-3309"/>
                    <a:pt x="288447" y="916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5"/>
            <p:cNvSpPr/>
            <p:nvPr/>
          </p:nvSpPr>
          <p:spPr>
            <a:xfrm>
              <a:off x="3810071" y="3100971"/>
              <a:ext cx="28284" cy="28284"/>
            </a:xfrm>
            <a:custGeom>
              <a:rect b="b" l="l" r="r" t="t"/>
              <a:pathLst>
                <a:path extrusionOk="0" h="79672" w="79673">
                  <a:moveTo>
                    <a:pt x="39837" y="79673"/>
                  </a:moveTo>
                  <a:lnTo>
                    <a:pt x="39837" y="79673"/>
                  </a:lnTo>
                  <a:cubicBezTo>
                    <a:pt x="54297" y="79673"/>
                    <a:pt x="67056" y="72301"/>
                    <a:pt x="74144" y="60109"/>
                  </a:cubicBezTo>
                  <a:cubicBezTo>
                    <a:pt x="81516" y="47350"/>
                    <a:pt x="81516" y="32039"/>
                    <a:pt x="74144" y="19564"/>
                  </a:cubicBezTo>
                  <a:cubicBezTo>
                    <a:pt x="67056" y="7372"/>
                    <a:pt x="54297" y="0"/>
                    <a:pt x="39837" y="0"/>
                  </a:cubicBezTo>
                  <a:lnTo>
                    <a:pt x="39837" y="0"/>
                  </a:lnTo>
                  <a:cubicBezTo>
                    <a:pt x="25376" y="0"/>
                    <a:pt x="12617" y="7372"/>
                    <a:pt x="5529" y="19564"/>
                  </a:cubicBezTo>
                  <a:cubicBezTo>
                    <a:pt x="-1843" y="32323"/>
                    <a:pt x="-1843" y="47634"/>
                    <a:pt x="5529" y="60109"/>
                  </a:cubicBezTo>
                  <a:cubicBezTo>
                    <a:pt x="12617" y="72301"/>
                    <a:pt x="25660" y="79673"/>
                    <a:pt x="39837" y="7967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25"/>
            <p:cNvSpPr/>
            <p:nvPr/>
          </p:nvSpPr>
          <p:spPr>
            <a:xfrm>
              <a:off x="3748904" y="3100971"/>
              <a:ext cx="28284" cy="28284"/>
            </a:xfrm>
            <a:custGeom>
              <a:rect b="b" l="l" r="r" t="t"/>
              <a:pathLst>
                <a:path extrusionOk="0" h="79672" w="79673">
                  <a:moveTo>
                    <a:pt x="39837" y="79673"/>
                  </a:moveTo>
                  <a:lnTo>
                    <a:pt x="39837" y="79673"/>
                  </a:lnTo>
                  <a:cubicBezTo>
                    <a:pt x="54297" y="79673"/>
                    <a:pt x="67056" y="72301"/>
                    <a:pt x="74144" y="60109"/>
                  </a:cubicBezTo>
                  <a:cubicBezTo>
                    <a:pt x="81516" y="47350"/>
                    <a:pt x="81516" y="32039"/>
                    <a:pt x="74144" y="19564"/>
                  </a:cubicBezTo>
                  <a:cubicBezTo>
                    <a:pt x="67056" y="7372"/>
                    <a:pt x="54297" y="0"/>
                    <a:pt x="39837" y="0"/>
                  </a:cubicBezTo>
                  <a:lnTo>
                    <a:pt x="39837" y="0"/>
                  </a:lnTo>
                  <a:cubicBezTo>
                    <a:pt x="25376" y="0"/>
                    <a:pt x="12617" y="7372"/>
                    <a:pt x="5529" y="19564"/>
                  </a:cubicBezTo>
                  <a:cubicBezTo>
                    <a:pt x="-1843" y="32323"/>
                    <a:pt x="-1843" y="47634"/>
                    <a:pt x="5529" y="60109"/>
                  </a:cubicBezTo>
                  <a:cubicBezTo>
                    <a:pt x="12617" y="72301"/>
                    <a:pt x="25660" y="79673"/>
                    <a:pt x="39837" y="7967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2" name="Google Shape;212;p25"/>
          <p:cNvSpPr/>
          <p:nvPr/>
        </p:nvSpPr>
        <p:spPr>
          <a:xfrm>
            <a:off x="7521099" y="1378002"/>
            <a:ext cx="228895" cy="222245"/>
          </a:xfrm>
          <a:custGeom>
            <a:rect b="b" l="l" r="r" t="t"/>
            <a:pathLst>
              <a:path extrusionOk="0" h="626042" w="644775">
                <a:moveTo>
                  <a:pt x="425301" y="280415"/>
                </a:moveTo>
                <a:lnTo>
                  <a:pt x="552891" y="280415"/>
                </a:lnTo>
                <a:cubicBezTo>
                  <a:pt x="593153" y="280415"/>
                  <a:pt x="626043" y="247525"/>
                  <a:pt x="626043" y="207263"/>
                </a:cubicBezTo>
                <a:lnTo>
                  <a:pt x="626043" y="79673"/>
                </a:lnTo>
                <a:cubicBezTo>
                  <a:pt x="626043" y="39411"/>
                  <a:pt x="593153" y="6521"/>
                  <a:pt x="552891" y="6521"/>
                </a:cubicBezTo>
                <a:lnTo>
                  <a:pt x="425301" y="6521"/>
                </a:lnTo>
                <a:cubicBezTo>
                  <a:pt x="385039" y="6521"/>
                  <a:pt x="352149" y="39411"/>
                  <a:pt x="352149" y="79673"/>
                </a:cubicBezTo>
                <a:lnTo>
                  <a:pt x="352149" y="207263"/>
                </a:lnTo>
                <a:cubicBezTo>
                  <a:pt x="352149" y="247525"/>
                  <a:pt x="385039" y="280415"/>
                  <a:pt x="425301" y="280415"/>
                </a:cubicBezTo>
                <a:close/>
                <a:moveTo>
                  <a:pt x="418779" y="79673"/>
                </a:moveTo>
                <a:cubicBezTo>
                  <a:pt x="418779" y="75987"/>
                  <a:pt x="421898" y="73152"/>
                  <a:pt x="425301" y="73152"/>
                </a:cubicBezTo>
                <a:lnTo>
                  <a:pt x="552891" y="73152"/>
                </a:lnTo>
                <a:cubicBezTo>
                  <a:pt x="556577" y="73152"/>
                  <a:pt x="559412" y="76271"/>
                  <a:pt x="559412" y="79673"/>
                </a:cubicBezTo>
                <a:lnTo>
                  <a:pt x="559412" y="207263"/>
                </a:lnTo>
                <a:cubicBezTo>
                  <a:pt x="559412" y="210949"/>
                  <a:pt x="556293" y="213784"/>
                  <a:pt x="552891" y="213784"/>
                </a:cubicBezTo>
                <a:lnTo>
                  <a:pt x="425301" y="213784"/>
                </a:lnTo>
                <a:cubicBezTo>
                  <a:pt x="421615" y="213784"/>
                  <a:pt x="418779" y="210666"/>
                  <a:pt x="418779" y="207263"/>
                </a:cubicBezTo>
                <a:lnTo>
                  <a:pt x="418779" y="79673"/>
                </a:lnTo>
                <a:close/>
                <a:moveTo>
                  <a:pt x="204711" y="352149"/>
                </a:moveTo>
                <a:lnTo>
                  <a:pt x="77121" y="352149"/>
                </a:lnTo>
                <a:cubicBezTo>
                  <a:pt x="36859" y="352149"/>
                  <a:pt x="3969" y="385039"/>
                  <a:pt x="3969" y="425301"/>
                </a:cubicBezTo>
                <a:lnTo>
                  <a:pt x="3969" y="552891"/>
                </a:lnTo>
                <a:cubicBezTo>
                  <a:pt x="3969" y="593153"/>
                  <a:pt x="36859" y="626043"/>
                  <a:pt x="77121" y="626043"/>
                </a:cubicBezTo>
                <a:lnTo>
                  <a:pt x="204711" y="626043"/>
                </a:lnTo>
                <a:cubicBezTo>
                  <a:pt x="244973" y="626043"/>
                  <a:pt x="277863" y="593153"/>
                  <a:pt x="277863" y="552891"/>
                </a:cubicBezTo>
                <a:lnTo>
                  <a:pt x="277863" y="425301"/>
                </a:lnTo>
                <a:cubicBezTo>
                  <a:pt x="277863" y="385039"/>
                  <a:pt x="244973" y="352149"/>
                  <a:pt x="204711" y="352149"/>
                </a:cubicBezTo>
                <a:close/>
                <a:moveTo>
                  <a:pt x="211516" y="552891"/>
                </a:moveTo>
                <a:cubicBezTo>
                  <a:pt x="211516" y="556577"/>
                  <a:pt x="208681" y="559412"/>
                  <a:pt x="204995" y="559412"/>
                </a:cubicBezTo>
                <a:lnTo>
                  <a:pt x="77405" y="559412"/>
                </a:lnTo>
                <a:cubicBezTo>
                  <a:pt x="73719" y="559412"/>
                  <a:pt x="70883" y="556577"/>
                  <a:pt x="70883" y="552891"/>
                </a:cubicBezTo>
                <a:lnTo>
                  <a:pt x="70883" y="425301"/>
                </a:lnTo>
                <a:cubicBezTo>
                  <a:pt x="70883" y="421615"/>
                  <a:pt x="74002" y="418779"/>
                  <a:pt x="77405" y="418779"/>
                </a:cubicBezTo>
                <a:lnTo>
                  <a:pt x="204995" y="418779"/>
                </a:lnTo>
                <a:cubicBezTo>
                  <a:pt x="208681" y="418779"/>
                  <a:pt x="211516" y="421898"/>
                  <a:pt x="211516" y="425301"/>
                </a:cubicBezTo>
                <a:lnTo>
                  <a:pt x="211516" y="552891"/>
                </a:lnTo>
                <a:close/>
                <a:moveTo>
                  <a:pt x="143468" y="0"/>
                </a:moveTo>
                <a:cubicBezTo>
                  <a:pt x="64362" y="0"/>
                  <a:pt x="0" y="64362"/>
                  <a:pt x="0" y="143468"/>
                </a:cubicBezTo>
                <a:cubicBezTo>
                  <a:pt x="0" y="222574"/>
                  <a:pt x="64362" y="286936"/>
                  <a:pt x="143468" y="286936"/>
                </a:cubicBezTo>
                <a:cubicBezTo>
                  <a:pt x="222574" y="286936"/>
                  <a:pt x="286936" y="222574"/>
                  <a:pt x="286936" y="143468"/>
                </a:cubicBezTo>
                <a:cubicBezTo>
                  <a:pt x="286936" y="64362"/>
                  <a:pt x="222574" y="0"/>
                  <a:pt x="143468" y="0"/>
                </a:cubicBezTo>
                <a:close/>
                <a:moveTo>
                  <a:pt x="143468" y="220589"/>
                </a:moveTo>
                <a:cubicBezTo>
                  <a:pt x="100938" y="220589"/>
                  <a:pt x="66347" y="185998"/>
                  <a:pt x="66347" y="143468"/>
                </a:cubicBezTo>
                <a:cubicBezTo>
                  <a:pt x="66347" y="100938"/>
                  <a:pt x="100938" y="66347"/>
                  <a:pt x="143468" y="66347"/>
                </a:cubicBezTo>
                <a:cubicBezTo>
                  <a:pt x="185998" y="66347"/>
                  <a:pt x="220589" y="100938"/>
                  <a:pt x="220589" y="143468"/>
                </a:cubicBezTo>
                <a:cubicBezTo>
                  <a:pt x="220589" y="185998"/>
                  <a:pt x="185998" y="220589"/>
                  <a:pt x="143468" y="220589"/>
                </a:cubicBezTo>
                <a:close/>
                <a:moveTo>
                  <a:pt x="634265" y="518583"/>
                </a:moveTo>
                <a:lnTo>
                  <a:pt x="544952" y="374548"/>
                </a:lnTo>
                <a:cubicBezTo>
                  <a:pt x="532477" y="354701"/>
                  <a:pt x="511211" y="342792"/>
                  <a:pt x="487678" y="342792"/>
                </a:cubicBezTo>
                <a:cubicBezTo>
                  <a:pt x="464145" y="342792"/>
                  <a:pt x="442880" y="354701"/>
                  <a:pt x="430404" y="374548"/>
                </a:cubicBezTo>
                <a:lnTo>
                  <a:pt x="341091" y="518583"/>
                </a:lnTo>
                <a:cubicBezTo>
                  <a:pt x="328048" y="539565"/>
                  <a:pt x="327481" y="565650"/>
                  <a:pt x="339390" y="587199"/>
                </a:cubicBezTo>
                <a:cubicBezTo>
                  <a:pt x="351298" y="608464"/>
                  <a:pt x="373697" y="621790"/>
                  <a:pt x="398365" y="621790"/>
                </a:cubicBezTo>
                <a:lnTo>
                  <a:pt x="577275" y="621790"/>
                </a:lnTo>
                <a:cubicBezTo>
                  <a:pt x="601659" y="621790"/>
                  <a:pt x="624341" y="608464"/>
                  <a:pt x="636250" y="587199"/>
                </a:cubicBezTo>
                <a:cubicBezTo>
                  <a:pt x="648158" y="565650"/>
                  <a:pt x="647591" y="539281"/>
                  <a:pt x="634548" y="518583"/>
                </a:cubicBezTo>
                <a:close/>
                <a:moveTo>
                  <a:pt x="577558" y="555443"/>
                </a:moveTo>
                <a:cubicBezTo>
                  <a:pt x="577558" y="555443"/>
                  <a:pt x="577558" y="555443"/>
                  <a:pt x="577275" y="555443"/>
                </a:cubicBezTo>
                <a:lnTo>
                  <a:pt x="398081" y="555443"/>
                </a:lnTo>
                <a:cubicBezTo>
                  <a:pt x="398081" y="555443"/>
                  <a:pt x="397798" y="553742"/>
                  <a:pt x="397798" y="553742"/>
                </a:cubicBezTo>
                <a:lnTo>
                  <a:pt x="487111" y="409706"/>
                </a:lnTo>
                <a:lnTo>
                  <a:pt x="488529" y="409706"/>
                </a:lnTo>
                <a:lnTo>
                  <a:pt x="577842" y="553742"/>
                </a:lnTo>
                <a:lnTo>
                  <a:pt x="577842" y="55544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 txBox="1"/>
          <p:nvPr>
            <p:ph type="title"/>
          </p:nvPr>
        </p:nvSpPr>
        <p:spPr>
          <a:xfrm>
            <a:off x="341850" y="654800"/>
            <a:ext cx="84603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1:</a:t>
            </a:r>
            <a:endParaRPr sz="3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 am presenting my Portfolio of Evidence for 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Lecturer Claim Automation System (L-CAS)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 web application built for PROG6121.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system was designed to replace a manual, paper-based process, transforming it into a secure, automated digital workflow."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"My presentation will focus on the architectural decisions, the implementation of the core Functional Requirements (F1-F4), and crucially, the </a:t>
            </a: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 Automation (P3)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features I developed.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7"/>
          <p:cNvSpPr txBox="1"/>
          <p:nvPr>
            <p:ph type="title"/>
          </p:nvPr>
        </p:nvSpPr>
        <p:spPr>
          <a:xfrm>
            <a:off x="341850" y="654800"/>
            <a:ext cx="84603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2: Design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foundation of L-CAS is the </a:t>
            </a: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ASP.NET Core MVC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pattern, using C# and Entity Framework Core for data management."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"The key design decision was enforcing </a:t>
            </a: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Separation of Concerns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We have the Controller to handle traffic, and the Database for persistence."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"But critically, the </a:t>
            </a: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Service Layer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where all the POE requirements are fulfilled. It executes F1, F2, and P3 logic. This isolation makes the system maintainable and highly testable."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i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(Referencing the Diagram)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This diagram shows the clean flow: The Controller delegates business tasks to the Service Layer, which then interacts with the database."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8"/>
          <p:cNvSpPr txBox="1"/>
          <p:nvPr>
            <p:ph type="title"/>
          </p:nvPr>
        </p:nvSpPr>
        <p:spPr>
          <a:xfrm>
            <a:off x="341850" y="654800"/>
            <a:ext cx="84603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2:Design -image:</a:t>
            </a:r>
            <a:endParaRPr/>
          </a:p>
        </p:txBody>
      </p:sp>
      <p:pic>
        <p:nvPicPr>
          <p:cNvPr id="228" name="Google Shape;228;p28" title="Screenshot 2025-11-21 1629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8450" y="1316075"/>
            <a:ext cx="5035377" cy="358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9"/>
          <p:cNvSpPr txBox="1"/>
          <p:nvPr>
            <p:ph type="title"/>
          </p:nvPr>
        </p:nvSpPr>
        <p:spPr>
          <a:xfrm>
            <a:off x="341850" y="654800"/>
            <a:ext cx="84603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3:Functional Requirements: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Starting with basic requirements, 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F3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the 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Claim Submission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form. This form uses Data Annotations to ensure data validation, such as checking for valid emails and requiring all fields."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"Once submitted, the lecturer needs to track the claim (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F4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). The system ensures strict security by filtering the list to show 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only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claims associated with the lecturer's email.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/>
          </a:p>
        </p:txBody>
      </p:sp>
      <p:pic>
        <p:nvPicPr>
          <p:cNvPr id="234" name="Google Shape;234;p29" title="Screenshot 2025-11-21 1506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7650" y="2511625"/>
            <a:ext cx="6486525" cy="223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0"/>
          <p:cNvSpPr txBox="1"/>
          <p:nvPr>
            <p:ph type="title"/>
          </p:nvPr>
        </p:nvSpPr>
        <p:spPr>
          <a:xfrm>
            <a:off x="341850" y="654800"/>
            <a:ext cx="84603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4: Functional Requirements: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Automatic Calculation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simple: the Service Layer calculates the Final Payment Amount by multiplying the hours claimed by the standard hourly rate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claim is saved. No manual calculation is needed."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F2 (Manager Flagging)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our initial risk control. If a claim exceeds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160 hours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the Service Layer automatically sets a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RequiresManagerFlag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true. This proactively highlights claims that may indicate fraud or budget issues.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0" name="Google Shape;240;p30" title="Screenshot 2025-11-21 15094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0975" y="1950500"/>
            <a:ext cx="5054476" cy="285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0" title="Screenshot 2025-11-21 15015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7025" y="2272550"/>
            <a:ext cx="4149450" cy="261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/>
          <p:cNvSpPr txBox="1"/>
          <p:nvPr>
            <p:ph type="title"/>
          </p:nvPr>
        </p:nvSpPr>
        <p:spPr>
          <a:xfrm>
            <a:off x="341850" y="654800"/>
            <a:ext cx="84603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5: Automation: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is the first part of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P3 Automation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—making the Coordinator's job efficient. Instead of reviewing claims randomly, the system implements a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Priority Queue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"The sorting logic is two-tiered: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High-Risk claims (Flagged)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are always moved to the top of the queue.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Within that group, we use FIFO (First-In, First-Out)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based on the submission date.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/>
          </a:p>
        </p:txBody>
      </p:sp>
      <p:pic>
        <p:nvPicPr>
          <p:cNvPr id="247" name="Google Shape;247;p31" title="Screenshot 2025-11-21 1507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6050" y="2102925"/>
            <a:ext cx="5829700" cy="290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2"/>
          <p:cNvSpPr txBox="1"/>
          <p:nvPr>
            <p:ph type="title"/>
          </p:nvPr>
        </p:nvSpPr>
        <p:spPr>
          <a:xfrm>
            <a:off x="341850" y="654800"/>
            <a:ext cx="84603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6: Payroll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second part of 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the 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Payroll Report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Its core function is financial security."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"The system aggregates the total hours 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only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claims that have {Status} = {Approved}. All Pending or Rejected claims are automatically excluded from the final payment total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3" name="Google Shape;253;p32" title="Screenshot 2025-11-21 1507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70750"/>
            <a:ext cx="4763975" cy="292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32" title="Screenshot 2025-11-21 15094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5275" y="2368100"/>
            <a:ext cx="3922826" cy="26229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3"/>
          <p:cNvSpPr txBox="1"/>
          <p:nvPr>
            <p:ph type="title"/>
          </p:nvPr>
        </p:nvSpPr>
        <p:spPr>
          <a:xfrm>
            <a:off x="341850" y="654800"/>
            <a:ext cx="84603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summary, L-CAS successfully integrates all required functional (F1-F4) and process automation (P3) requirements, delivering a tested, robust solution."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"Looking forward, the next critical step would be implementing </a:t>
            </a:r>
            <a:r>
              <a:rPr b="1"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ASP.NET Identity</a:t>
            </a: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manage secure user roles (Lecturer vs. Coordinator) and adding an </a:t>
            </a:r>
            <a:r>
              <a:rPr b="1"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Audit Trail</a:t>
            </a:r>
            <a: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track exactly who is approved.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y Presentation Template">
  <a:themeElements>
    <a:clrScheme name="Simple Light">
      <a:dk1>
        <a:srgbClr val="191919"/>
      </a:dk1>
      <a:lt1>
        <a:srgbClr val="EFEFEF"/>
      </a:lt1>
      <a:dk2>
        <a:srgbClr val="707070"/>
      </a:dk2>
      <a:lt2>
        <a:srgbClr val="C1C1B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